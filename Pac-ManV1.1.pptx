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59" r:id="rId4"/>
    <p:sldId id="260" r:id="rId5"/>
    <p:sldId id="261" r:id="rId6"/>
    <p:sldId id="264" r:id="rId7"/>
    <p:sldId id="266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B81C"/>
    <a:srgbClr val="D9027D"/>
    <a:srgbClr val="002D72"/>
    <a:srgbClr val="FF6A14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346478314781515"/>
          <c:y val="0.19638879375493556"/>
          <c:w val="0.70650339237505078"/>
          <c:h val="0.713301802324539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Hárok1!$B$1</c:f>
              <c:strCache>
                <c:ptCount val="1"/>
                <c:pt idx="0">
                  <c:v>Rad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9-4BDC-BCD6-5CAA05510275}"/>
            </c:ext>
          </c:extLst>
        </c:ser>
        <c:ser>
          <c:idx val="1"/>
          <c:order val="1"/>
          <c:tx>
            <c:strRef>
              <c:f>Hárok1!$C$1</c:f>
              <c:strCache>
                <c:ptCount val="1"/>
                <c:pt idx="0">
                  <c:v>Rad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9-4BDC-BCD6-5CAA05510275}"/>
            </c:ext>
          </c:extLst>
        </c:ser>
        <c:ser>
          <c:idx val="2"/>
          <c:order val="2"/>
          <c:tx>
            <c:strRef>
              <c:f>Hárok1!$D$1</c:f>
              <c:strCache>
                <c:ptCount val="1"/>
                <c:pt idx="0">
                  <c:v>Rad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C9-4BDC-BCD6-5CAA05510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-13"/>
        <c:axId val="2053996144"/>
        <c:axId val="2053996560"/>
      </c:barChart>
      <c:catAx>
        <c:axId val="20539961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996560"/>
        <c:crosses val="autoZero"/>
        <c:auto val="1"/>
        <c:lblAlgn val="ctr"/>
        <c:lblOffset val="100"/>
        <c:noMultiLvlLbl val="0"/>
      </c:catAx>
      <c:valAx>
        <c:axId val="20539965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99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"/>
          <c:y val="7.5403180359500971E-4"/>
          <c:w val="6.9352279060550456E-2"/>
          <c:h val="0.193134198587305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t" anchorCtr="0"/>
        <a:lstStyle/>
        <a:p>
          <a:pPr>
            <a:defRPr sz="1350" b="0" i="0" u="none" strike="noStrike" kern="1200" baseline="0">
              <a:solidFill>
                <a:srgbClr val="77777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1F174-C4BC-460C-9DE8-4EBD38507E38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7A0BC-2C49-4A47-BF6B-7B2A430116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á snímka"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654" y="5797126"/>
            <a:ext cx="2707244" cy="897467"/>
          </a:xfrm>
          <a:prstGeom prst="rect">
            <a:avLst/>
          </a:prstGeom>
        </p:spPr>
      </p:pic>
      <p:sp>
        <p:nvSpPr>
          <p:cNvPr id="4" name="Nadpis 1"/>
          <p:cNvSpPr>
            <a:spLocks noGrp="1"/>
          </p:cNvSpPr>
          <p:nvPr>
            <p:ph type="ctrTitle" idx="4294967295"/>
          </p:nvPr>
        </p:nvSpPr>
        <p:spPr>
          <a:xfrm>
            <a:off x="300037" y="531233"/>
            <a:ext cx="11473353" cy="1694731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odnadpis 2"/>
          <p:cNvSpPr>
            <a:spLocks noGrp="1"/>
          </p:cNvSpPr>
          <p:nvPr>
            <p:ph type="subTitle" idx="4294967295"/>
          </p:nvPr>
        </p:nvSpPr>
        <p:spPr>
          <a:xfrm>
            <a:off x="300037" y="2237643"/>
            <a:ext cx="11473353" cy="95852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ozloženie obsahu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rázok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predelového snímku</a:t>
            </a:r>
            <a:br>
              <a:rPr lang="sk-SK" dirty="0"/>
            </a:br>
            <a:r>
              <a:rPr lang="sk-SK" dirty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5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Zástupný objekt pre obrázok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1999" cy="62271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predelového snímku</a:t>
            </a:r>
            <a:br>
              <a:rPr lang="sk-SK" dirty="0"/>
            </a:br>
            <a:r>
              <a:rPr lang="sk-SK" dirty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055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5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5514975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13" name="Zástupný objekt pre text 2"/>
          <p:cNvSpPr>
            <a:spLocks noGrp="1"/>
          </p:cNvSpPr>
          <p:nvPr>
            <p:ph type="body" sz="quarter" idx="14"/>
          </p:nvPr>
        </p:nvSpPr>
        <p:spPr>
          <a:xfrm>
            <a:off x="6262339" y="1381125"/>
            <a:ext cx="5558186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654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4" name="Zástupný objekt pre obsah 3"/>
          <p:cNvSpPr>
            <a:spLocks noGrp="1"/>
          </p:cNvSpPr>
          <p:nvPr>
            <p:ph sz="quarter" idx="13" hasCustomPrompt="1"/>
          </p:nvPr>
        </p:nvSpPr>
        <p:spPr>
          <a:xfrm>
            <a:off x="371475" y="1354138"/>
            <a:ext cx="11449050" cy="447369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12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graphicFrame>
        <p:nvGraphicFramePr>
          <p:cNvPr id="5" name="Graf 4"/>
          <p:cNvGraphicFramePr/>
          <p:nvPr userDrawn="1">
            <p:extLst>
              <p:ext uri="{D42A27DB-BD31-4B8C-83A1-F6EECF244321}">
                <p14:modId xmlns:p14="http://schemas.microsoft.com/office/powerpoint/2010/main" val="2832957957"/>
              </p:ext>
            </p:extLst>
          </p:nvPr>
        </p:nvGraphicFramePr>
        <p:xfrm>
          <a:off x="385616" y="1217900"/>
          <a:ext cx="11434909" cy="4239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9700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902627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474344"/>
            <a:ext cx="4585122" cy="4334319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8" name="Zástupný objekt pre obsah 7"/>
          <p:cNvSpPr>
            <a:spLocks noGrp="1"/>
          </p:cNvSpPr>
          <p:nvPr>
            <p:ph sz="quarter" idx="14" hasCustomPrompt="1"/>
          </p:nvPr>
        </p:nvSpPr>
        <p:spPr>
          <a:xfrm>
            <a:off x="5097463" y="427038"/>
            <a:ext cx="6723062" cy="53816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8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820508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4585122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6" name="Zástupný objekt pre obsah 5"/>
          <p:cNvSpPr>
            <a:spLocks noGrp="1"/>
          </p:cNvSpPr>
          <p:nvPr>
            <p:ph sz="quarter" idx="14" hasCustomPrompt="1"/>
          </p:nvPr>
        </p:nvSpPr>
        <p:spPr>
          <a:xfrm>
            <a:off x="5087938" y="2751138"/>
            <a:ext cx="6732587" cy="30575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  <p:sp>
        <p:nvSpPr>
          <p:cNvPr id="13" name="Zástupný objekt pre obsah 5"/>
          <p:cNvSpPr>
            <a:spLocks noGrp="1"/>
          </p:cNvSpPr>
          <p:nvPr>
            <p:ph sz="quarter" idx="15" hasCustomPrompt="1"/>
          </p:nvPr>
        </p:nvSpPr>
        <p:spPr>
          <a:xfrm>
            <a:off x="5087937" y="427766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  <p:sp>
        <p:nvSpPr>
          <p:cNvPr id="14" name="Zástupný objekt pre obsah 5"/>
          <p:cNvSpPr>
            <a:spLocks noGrp="1"/>
          </p:cNvSpPr>
          <p:nvPr>
            <p:ph sz="quarter" idx="16" hasCustomPrompt="1"/>
          </p:nvPr>
        </p:nvSpPr>
        <p:spPr>
          <a:xfrm>
            <a:off x="8529732" y="427765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293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71475" y="4934108"/>
            <a:ext cx="11449050" cy="902627"/>
          </a:xfrm>
        </p:spPr>
        <p:txBody>
          <a:bodyPr anchor="t">
            <a:noAutofit/>
          </a:bodyPr>
          <a:lstStyle>
            <a:lvl1pPr>
              <a:defRPr sz="36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246563"/>
            <a:ext cx="11449050" cy="682625"/>
          </a:xfrm>
        </p:spPr>
        <p:txBody>
          <a:bodyPr anchor="b"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Kliknite sem a zadajte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555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/>
              <a:t>Upravte štýly predlohy textu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A784D-4928-4D1C-9696-D92BC1EDB4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870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  <p:sldLayoutId id="2147483671" r:id="rId4"/>
    <p:sldLayoutId id="2147483666" r:id="rId5"/>
    <p:sldLayoutId id="2147483669" r:id="rId6"/>
    <p:sldLayoutId id="2147483672" r:id="rId7"/>
    <p:sldLayoutId id="2147483667" r:id="rId8"/>
    <p:sldLayoutId id="2147483668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ta"/>
          <p:cNvSpPr txBox="1"/>
          <p:nvPr/>
        </p:nvSpPr>
        <p:spPr>
          <a:xfrm>
            <a:off x="294956" y="5486639"/>
            <a:ext cx="73092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Michal Chrobák</a:t>
            </a:r>
          </a:p>
          <a:p>
            <a:r>
              <a:rPr lang="sk-SK" sz="1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 Makovický </a:t>
            </a:r>
          </a:p>
          <a:p>
            <a:r>
              <a:rPr lang="sk-SK" sz="1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Terézia Stankovičová</a:t>
            </a:r>
          </a:p>
          <a:p>
            <a:r>
              <a:rPr lang="sk-SK" sz="1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Michal </a:t>
            </a:r>
            <a:r>
              <a:rPr lang="sk-SK" sz="12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Kucka</a:t>
            </a:r>
            <a:endParaRPr lang="sk-SK" sz="12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sz="1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Matej Krupa</a:t>
            </a:r>
          </a:p>
          <a:p>
            <a:endParaRPr lang="sk-SK" sz="12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sz="1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Dátum</a:t>
            </a:r>
          </a:p>
        </p:txBody>
      </p:sp>
      <p:sp>
        <p:nvSpPr>
          <p:cNvPr id="5" name="Nadpis 1"/>
          <p:cNvSpPr>
            <a:spLocks noGrp="1"/>
          </p:cNvSpPr>
          <p:nvPr>
            <p:ph type="ctrTitle" idx="4294967295"/>
          </p:nvPr>
        </p:nvSpPr>
        <p:spPr>
          <a:xfrm>
            <a:off x="300036" y="531233"/>
            <a:ext cx="11473353" cy="1694731"/>
          </a:xfrm>
        </p:spPr>
        <p:txBody>
          <a:bodyPr>
            <a:normAutofit/>
          </a:bodyPr>
          <a:lstStyle/>
          <a:p>
            <a:pPr algn="ctr"/>
            <a:r>
              <a:rPr lang="sk-SK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Pac-Man</a:t>
            </a:r>
          </a:p>
        </p:txBody>
      </p:sp>
      <p:sp>
        <p:nvSpPr>
          <p:cNvPr id="4" name="Podnadpis 7"/>
          <p:cNvSpPr>
            <a:spLocks noGrp="1"/>
          </p:cNvSpPr>
          <p:nvPr>
            <p:ph type="subTitle" idx="4294967295"/>
          </p:nvPr>
        </p:nvSpPr>
        <p:spPr>
          <a:xfrm>
            <a:off x="294956" y="2225964"/>
            <a:ext cx="11478433" cy="1431636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endParaRPr lang="sk-SK" sz="20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446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objekt pre obrázok 4"/>
          <p:cNvSpPr>
            <a:spLocks noGrp="1"/>
          </p:cNvSpPr>
          <p:nvPr>
            <p:ph type="pic" idx="1"/>
          </p:nvPr>
        </p:nvSpPr>
        <p:spPr>
          <a:xfrm>
            <a:off x="0" y="0"/>
            <a:ext cx="12191999" cy="6223000"/>
          </a:xfrm>
        </p:spPr>
        <p:txBody>
          <a:bodyPr/>
          <a:lstStyle/>
          <a:p>
            <a:endParaRPr lang="sk-SK" noProof="0" dirty="0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385616" y="373834"/>
            <a:ext cx="10430022" cy="1325563"/>
          </a:xfrm>
        </p:spPr>
        <p:txBody>
          <a:bodyPr/>
          <a:lstStyle/>
          <a:p>
            <a:r>
              <a:rPr lang="sk-SK" noProof="0" dirty="0"/>
              <a:t>TEAM 2 – </a:t>
            </a:r>
            <a:r>
              <a:rPr lang="sk-SK" noProof="0" dirty="0" err="1"/>
              <a:t>Dream</a:t>
            </a:r>
            <a:r>
              <a:rPr lang="sk-SK" noProof="0" dirty="0"/>
              <a:t> team</a:t>
            </a:r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2</a:t>
            </a:fld>
            <a:endParaRPr lang="sk-SK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7A0FB5-CC7D-4B45-8463-132727AFCE4E}"/>
              </a:ext>
            </a:extLst>
          </p:cNvPr>
          <p:cNvSpPr txBox="1"/>
          <p:nvPr/>
        </p:nvSpPr>
        <p:spPr>
          <a:xfrm>
            <a:off x="385616" y="1530036"/>
            <a:ext cx="61690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sk-SK" noProof="0" dirty="0"/>
              <a:t>(Predstavenie </a:t>
            </a:r>
            <a:r>
              <a:rPr lang="sk-SK" noProof="0" dirty="0" err="1"/>
              <a:t>timu</a:t>
            </a:r>
            <a:r>
              <a:rPr lang="sk-SK" noProof="0" dirty="0"/>
              <a:t>)</a:t>
            </a:r>
            <a:br>
              <a:rPr lang="sk-SK" noProof="0" dirty="0"/>
            </a:br>
            <a:r>
              <a:rPr lang="sk-SK" noProof="0" dirty="0"/>
              <a:t>Michal Chrobák (</a:t>
            </a:r>
            <a:r>
              <a:rPr lang="sk-SK" noProof="0" dirty="0" err="1"/>
              <a:t>Vedúcko</a:t>
            </a:r>
            <a:r>
              <a:rPr lang="sk-SK" noProof="0" dirty="0"/>
              <a:t>) - Charakteristika problému</a:t>
            </a:r>
          </a:p>
          <a:p>
            <a:pPr lvl="0"/>
            <a:endParaRPr lang="sk-SK" noProof="0" dirty="0"/>
          </a:p>
          <a:p>
            <a:pPr lvl="0"/>
            <a:r>
              <a:rPr lang="sk-SK" noProof="0" dirty="0"/>
              <a:t>Alex Makovický - </a:t>
            </a:r>
            <a:r>
              <a:rPr lang="sk-SK" noProof="0" dirty="0" err="1"/>
              <a:t>GitHub</a:t>
            </a:r>
            <a:r>
              <a:rPr lang="sk-SK" noProof="0" dirty="0"/>
              <a:t> - Popis modelu z </a:t>
            </a:r>
            <a:r>
              <a:rPr lang="sk-SK" noProof="0" dirty="0" err="1"/>
              <a:t>Models</a:t>
            </a:r>
            <a:r>
              <a:rPr lang="sk-SK" noProof="0" dirty="0"/>
              <a:t> </a:t>
            </a:r>
            <a:r>
              <a:rPr lang="sk-SK" noProof="0" dirty="0" err="1"/>
              <a:t>library</a:t>
            </a:r>
            <a:r>
              <a:rPr lang="sk-SK" noProof="0" dirty="0"/>
              <a:t> v nástroji </a:t>
            </a:r>
            <a:r>
              <a:rPr lang="sk-SK" noProof="0" dirty="0" err="1"/>
              <a:t>NetLogo</a:t>
            </a:r>
            <a:endParaRPr lang="sk-SK" noProof="0" dirty="0"/>
          </a:p>
          <a:p>
            <a:pPr lvl="0"/>
            <a:endParaRPr lang="sk-SK" noProof="0" dirty="0"/>
          </a:p>
          <a:p>
            <a:pPr lvl="0"/>
            <a:r>
              <a:rPr lang="sk-SK" noProof="0" dirty="0"/>
              <a:t>Terézia Stankovičová - Zaujímavé poznatky získané z rôznych internetových encyklopédií (napr. Wikipédia - nezabudnite si poznačiť zdroj)</a:t>
            </a:r>
          </a:p>
          <a:p>
            <a:pPr lvl="0"/>
            <a:endParaRPr lang="sk-SK" noProof="0" dirty="0"/>
          </a:p>
          <a:p>
            <a:pPr lvl="0"/>
            <a:r>
              <a:rPr lang="sk-SK" noProof="0" dirty="0"/>
              <a:t>Michal </a:t>
            </a:r>
            <a:r>
              <a:rPr lang="sk-SK" noProof="0" dirty="0" err="1"/>
              <a:t>Kucka</a:t>
            </a:r>
            <a:r>
              <a:rPr lang="sk-SK" noProof="0" dirty="0"/>
              <a:t> - História/vývoj problému</a:t>
            </a:r>
          </a:p>
          <a:p>
            <a:pPr lvl="0"/>
            <a:endParaRPr lang="sk-SK" noProof="0" dirty="0"/>
          </a:p>
          <a:p>
            <a:pPr lvl="0"/>
            <a:r>
              <a:rPr lang="sk-SK" noProof="0" dirty="0"/>
              <a:t>Matej Krupa - Popis ovládania modelu v nástroji </a:t>
            </a:r>
            <a:r>
              <a:rPr lang="sk-SK" noProof="0" dirty="0" err="1"/>
              <a:t>NetLogo</a:t>
            </a:r>
            <a:endParaRPr lang="sk-SK" noProof="0" dirty="0"/>
          </a:p>
          <a:p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79196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Pac-man</a:t>
            </a:r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k-SK" noProof="0" dirty="0"/>
              <a:t>(predstavenie projektu)</a:t>
            </a:r>
          </a:p>
          <a:p>
            <a:r>
              <a:rPr lang="sk-SK" noProof="0" dirty="0"/>
              <a:t>Čo to je</a:t>
            </a:r>
          </a:p>
          <a:p>
            <a:r>
              <a:rPr lang="sk-SK" noProof="0" dirty="0"/>
              <a:t>Hra, </a:t>
            </a:r>
          </a:p>
          <a:p>
            <a:r>
              <a:rPr lang="sk-SK" noProof="0" dirty="0"/>
              <a:t>Kde hráš za žltý kruh ktorý je bodky</a:t>
            </a:r>
          </a:p>
          <a:p>
            <a:r>
              <a:rPr lang="sk-SK" noProof="0" dirty="0"/>
              <a:t>Snažíš sa uhýbať duchom a získať čo najväčšie skóre </a:t>
            </a:r>
          </a:p>
          <a:p>
            <a:r>
              <a:rPr lang="sk-SK" noProof="0" dirty="0"/>
              <a:t>...</a:t>
            </a:r>
          </a:p>
        </p:txBody>
      </p:sp>
      <p:sp>
        <p:nvSpPr>
          <p:cNvPr id="6" name="Zástupný objekt pre text 5"/>
          <p:cNvSpPr>
            <a:spLocks noGrp="1"/>
          </p:cNvSpPr>
          <p:nvPr>
            <p:ph type="body" sz="quarter" idx="14"/>
          </p:nvPr>
        </p:nvSpPr>
        <p:spPr>
          <a:xfrm>
            <a:off x="6262339" y="1381125"/>
            <a:ext cx="5514975" cy="4446712"/>
          </a:xfrm>
        </p:spPr>
        <p:txBody>
          <a:bodyPr/>
          <a:lstStyle/>
          <a:p>
            <a:endParaRPr lang="sk-SK" noProof="0" dirty="0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3</a:t>
            </a:fld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1555841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4</a:t>
            </a:fld>
            <a:endParaRPr lang="sk-SK" noProof="0" dirty="0"/>
          </a:p>
        </p:txBody>
      </p:sp>
      <p:sp>
        <p:nvSpPr>
          <p:cNvPr id="9" name="Nadpis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Dokumentácia</a:t>
            </a:r>
          </a:p>
        </p:txBody>
      </p:sp>
      <p:sp>
        <p:nvSpPr>
          <p:cNvPr id="10" name="Zástupný objekt pre text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k-SK" noProof="0" dirty="0"/>
              <a:t>???</a:t>
            </a:r>
          </a:p>
          <a:p>
            <a:r>
              <a:rPr lang="sk-SK" noProof="0" dirty="0"/>
              <a:t>jadro</a:t>
            </a:r>
          </a:p>
          <a:p>
            <a:pPr lvl="1"/>
            <a:r>
              <a:rPr lang="sk-SK" noProof="0" dirty="0"/>
              <a:t>jednotlivé časti dokumentácie</a:t>
            </a:r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177160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5</a:t>
            </a:fld>
            <a:endParaRPr lang="sk-SK" noProof="0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 noProof="0" dirty="0"/>
          </a:p>
        </p:txBody>
      </p:sp>
      <p:sp>
        <p:nvSpPr>
          <p:cNvPr id="4" name="Zástupný objekt pre text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k-SK" noProof="0" dirty="0"/>
              <a:t>(ciele projektu)</a:t>
            </a:r>
          </a:p>
          <a:p>
            <a:r>
              <a:rPr lang="sk-SK" noProof="0" dirty="0"/>
              <a:t>Čo chceme urobiť</a:t>
            </a:r>
          </a:p>
          <a:p>
            <a:r>
              <a:rPr lang="sk-SK" noProof="0" dirty="0"/>
              <a:t>Optimalizáciu – presne ciele</a:t>
            </a:r>
          </a:p>
          <a:p>
            <a:r>
              <a:rPr lang="sk-SK" noProof="0" dirty="0"/>
              <a:t>GUI a Skóre</a:t>
            </a:r>
          </a:p>
          <a:p>
            <a:r>
              <a:rPr lang="sk-SK" noProof="0" dirty="0"/>
              <a:t>Fungovanie zvyšovania levelov  </a:t>
            </a:r>
          </a:p>
        </p:txBody>
      </p:sp>
      <p:sp>
        <p:nvSpPr>
          <p:cNvPr id="5" name="Zástupný objekt pre obsah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sk-SK" noProof="0" dirty="0"/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sk-SK" noProof="0" dirty="0"/>
          </a:p>
        </p:txBody>
      </p:sp>
      <p:sp>
        <p:nvSpPr>
          <p:cNvPr id="12" name="Zástupný objekt pre obsah 1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1079690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6</a:t>
            </a:fld>
            <a:endParaRPr lang="sk-SK" noProof="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16C4C1-E760-E7B9-EF4C-632FEBB69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Časový plán</a:t>
            </a:r>
          </a:p>
        </p:txBody>
      </p:sp>
      <p:graphicFrame>
        <p:nvGraphicFramePr>
          <p:cNvPr id="7" name="Zástupný objekt pre obsah 6">
            <a:extLst>
              <a:ext uri="{FF2B5EF4-FFF2-40B4-BE49-F238E27FC236}">
                <a16:creationId xmlns:a16="http://schemas.microsoft.com/office/drawing/2014/main" id="{C3794A5D-4BE2-526F-F52E-D9D4D286368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52891991"/>
              </p:ext>
            </p:extLst>
          </p:nvPr>
        </p:nvGraphicFramePr>
        <p:xfrm>
          <a:off x="371475" y="1354137"/>
          <a:ext cx="11513038" cy="4531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772">
                  <a:extLst>
                    <a:ext uri="{9D8B030D-6E8A-4147-A177-3AD203B41FA5}">
                      <a16:colId xmlns:a16="http://schemas.microsoft.com/office/drawing/2014/main" val="4100385411"/>
                    </a:ext>
                  </a:extLst>
                </a:gridCol>
                <a:gridCol w="3129874">
                  <a:extLst>
                    <a:ext uri="{9D8B030D-6E8A-4147-A177-3AD203B41FA5}">
                      <a16:colId xmlns:a16="http://schemas.microsoft.com/office/drawing/2014/main" val="299767186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1734126949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4008701263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3021143771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1608257967"/>
                    </a:ext>
                  </a:extLst>
                </a:gridCol>
              </a:tblGrid>
              <a:tr h="674299"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noProof="0" dirty="0"/>
                        <a:t>Október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sk-SK" noProof="0" dirty="0"/>
                        <a:t>November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446196"/>
                  </a:ext>
                </a:extLst>
              </a:tr>
              <a:tr h="486164"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96374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Analýza a baseline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372009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Logika duchov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14118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GUI a skóre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975341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Optimalizácia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529081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Testy a dokumentácia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90912"/>
                  </a:ext>
                </a:extLst>
              </a:tr>
            </a:tbl>
          </a:graphicData>
        </a:graphic>
      </p:graphicFrame>
      <p:sp>
        <p:nvSpPr>
          <p:cNvPr id="12" name="Šípka: päťuholník 11">
            <a:extLst>
              <a:ext uri="{FF2B5EF4-FFF2-40B4-BE49-F238E27FC236}">
                <a16:creationId xmlns:a16="http://schemas.microsoft.com/office/drawing/2014/main" id="{3B2A4AE7-D801-41A0-A779-9D4D26461490}"/>
              </a:ext>
            </a:extLst>
          </p:cNvPr>
          <p:cNvSpPr/>
          <p:nvPr/>
        </p:nvSpPr>
        <p:spPr>
          <a:xfrm>
            <a:off x="2971800" y="2616675"/>
            <a:ext cx="884584" cy="453096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noProof="0" dirty="0"/>
          </a:p>
        </p:txBody>
      </p:sp>
      <p:sp>
        <p:nvSpPr>
          <p:cNvPr id="22" name="Šípka: päťuholník 21">
            <a:extLst>
              <a:ext uri="{FF2B5EF4-FFF2-40B4-BE49-F238E27FC236}">
                <a16:creationId xmlns:a16="http://schemas.microsoft.com/office/drawing/2014/main" id="{818F3E83-599E-3040-FDCC-F7A8846E9C9E}"/>
              </a:ext>
            </a:extLst>
          </p:cNvPr>
          <p:cNvSpPr/>
          <p:nvPr/>
        </p:nvSpPr>
        <p:spPr>
          <a:xfrm>
            <a:off x="4164309" y="3407844"/>
            <a:ext cx="1366156" cy="424543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noProof="0" dirty="0"/>
          </a:p>
        </p:txBody>
      </p:sp>
      <p:sp>
        <p:nvSpPr>
          <p:cNvPr id="24" name="Šípka: päťuholník 23">
            <a:extLst>
              <a:ext uri="{FF2B5EF4-FFF2-40B4-BE49-F238E27FC236}">
                <a16:creationId xmlns:a16="http://schemas.microsoft.com/office/drawing/2014/main" id="{AC98CB8B-7CBC-F228-EF50-D758CAB8193F}"/>
              </a:ext>
            </a:extLst>
          </p:cNvPr>
          <p:cNvSpPr/>
          <p:nvPr/>
        </p:nvSpPr>
        <p:spPr>
          <a:xfrm>
            <a:off x="7358744" y="3973287"/>
            <a:ext cx="1366156" cy="391886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noProof="0" dirty="0"/>
          </a:p>
        </p:txBody>
      </p:sp>
      <p:sp>
        <p:nvSpPr>
          <p:cNvPr id="26" name="Šípka: päťuholník 25">
            <a:extLst>
              <a:ext uri="{FF2B5EF4-FFF2-40B4-BE49-F238E27FC236}">
                <a16:creationId xmlns:a16="http://schemas.microsoft.com/office/drawing/2014/main" id="{2E770628-92D7-B02F-B8F4-DDBB89093050}"/>
              </a:ext>
            </a:extLst>
          </p:cNvPr>
          <p:cNvSpPr/>
          <p:nvPr/>
        </p:nvSpPr>
        <p:spPr>
          <a:xfrm>
            <a:off x="8909958" y="4675415"/>
            <a:ext cx="1366156" cy="391886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noProof="0" dirty="0"/>
          </a:p>
        </p:txBody>
      </p:sp>
      <p:sp>
        <p:nvSpPr>
          <p:cNvPr id="28" name="Šípka: päťuholník 27">
            <a:extLst>
              <a:ext uri="{FF2B5EF4-FFF2-40B4-BE49-F238E27FC236}">
                <a16:creationId xmlns:a16="http://schemas.microsoft.com/office/drawing/2014/main" id="{BDE7EA5B-45B6-500E-E32F-B97449CDE8E2}"/>
              </a:ext>
            </a:extLst>
          </p:cNvPr>
          <p:cNvSpPr/>
          <p:nvPr/>
        </p:nvSpPr>
        <p:spPr>
          <a:xfrm>
            <a:off x="10454369" y="5307920"/>
            <a:ext cx="1366156" cy="391886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278102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29DAD8-D983-BE19-AB13-FBFDFA37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7</a:t>
            </a:fld>
            <a:endParaRPr lang="sk-SK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B8186C-38DE-C348-D84A-E0939BAF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7D6F4-E6DD-CE7D-63E2-606F37A3B14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sk-SK" noProof="0" dirty="0"/>
              <a:t>Zaver? Alebo rovno Ďakujem</a:t>
            </a:r>
            <a:r>
              <a:rPr lang="en-US" noProof="0" dirty="0"/>
              <a:t>e</a:t>
            </a:r>
            <a:r>
              <a:rPr lang="sk-SK" noProof="0" dirty="0"/>
              <a:t> za pozornosť </a:t>
            </a:r>
          </a:p>
        </p:txBody>
      </p:sp>
    </p:spTree>
    <p:extLst>
      <p:ext uri="{BB962C8B-B14F-4D97-AF65-F5344CB8AC3E}">
        <p14:creationId xmlns:p14="http://schemas.microsoft.com/office/powerpoint/2010/main" val="313181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8</a:t>
            </a:fld>
            <a:endParaRPr lang="sk-SK" noProof="0" dirty="0"/>
          </a:p>
        </p:txBody>
      </p:sp>
      <p:sp>
        <p:nvSpPr>
          <p:cNvPr id="10" name="Nadpis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Ďakujem</a:t>
            </a:r>
            <a:r>
              <a:rPr lang="en-US" dirty="0"/>
              <a:t>e</a:t>
            </a:r>
            <a:r>
              <a:rPr lang="sk-SK" dirty="0"/>
              <a:t> za pozornosť</a:t>
            </a:r>
            <a:endParaRPr lang="sk-SK" noProof="0" dirty="0"/>
          </a:p>
        </p:txBody>
      </p:sp>
      <p:sp>
        <p:nvSpPr>
          <p:cNvPr id="11" name="Zástupný objekt pre text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106077782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balíka Office">
  <a:themeElements>
    <a:clrScheme name="Vlastné 1">
      <a:dk1>
        <a:srgbClr val="002D72"/>
      </a:dk1>
      <a:lt1>
        <a:sysClr val="window" lastClr="FFFFFF"/>
      </a:lt1>
      <a:dk2>
        <a:srgbClr val="002D72"/>
      </a:dk2>
      <a:lt2>
        <a:srgbClr val="E7E6E6"/>
      </a:lt2>
      <a:accent1>
        <a:srgbClr val="002D72"/>
      </a:accent1>
      <a:accent2>
        <a:srgbClr val="A1A5C8"/>
      </a:accent2>
      <a:accent3>
        <a:srgbClr val="3E5698"/>
      </a:accent3>
      <a:accent4>
        <a:srgbClr val="6CACE4"/>
      </a:accent4>
      <a:accent5>
        <a:srgbClr val="A9C9EB"/>
      </a:accent5>
      <a:accent6>
        <a:srgbClr val="AEABA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175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Motív balíka Office</vt:lpstr>
      <vt:lpstr>Pac-Man</vt:lpstr>
      <vt:lpstr>TEAM 2 – Dream team</vt:lpstr>
      <vt:lpstr>Pac-man</vt:lpstr>
      <vt:lpstr>Dokumentácia</vt:lpstr>
      <vt:lpstr>PowerPoint Presentation</vt:lpstr>
      <vt:lpstr>Časový plán</vt:lpstr>
      <vt:lpstr>PowerPoint Presentation</vt:lpstr>
      <vt:lpstr>Ďakujeme za pozornosť</vt:lpstr>
    </vt:vector>
  </TitlesOfParts>
  <Company>ATC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XI</dc:creator>
  <cp:lastModifiedBy>STUD - Matej Krupa</cp:lastModifiedBy>
  <cp:revision>62</cp:revision>
  <dcterms:created xsi:type="dcterms:W3CDTF">2021-04-12T06:48:28Z</dcterms:created>
  <dcterms:modified xsi:type="dcterms:W3CDTF">2026-10-23T06:31:36Z</dcterms:modified>
</cp:coreProperties>
</file>