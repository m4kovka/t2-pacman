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4" r:id="rId4"/>
    <p:sldId id="259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B81C"/>
    <a:srgbClr val="D9027D"/>
    <a:srgbClr val="002D72"/>
    <a:srgbClr val="FF6A1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46478314781515"/>
          <c:y val="0.19638879375493556"/>
          <c:w val="0.70650339237505078"/>
          <c:h val="0.71330180232453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Hárok1!$B$1</c:f>
              <c:strCache>
                <c:ptCount val="1"/>
                <c:pt idx="0">
                  <c:v>Rad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9-4BDC-BCD6-5CAA05510275}"/>
            </c:ext>
          </c:extLst>
        </c:ser>
        <c:ser>
          <c:idx val="1"/>
          <c:order val="1"/>
          <c:tx>
            <c:strRef>
              <c:f>Hárok1!$C$1</c:f>
              <c:strCache>
                <c:ptCount val="1"/>
                <c:pt idx="0">
                  <c:v>Rad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9-4BDC-BCD6-5CAA05510275}"/>
            </c:ext>
          </c:extLst>
        </c:ser>
        <c:ser>
          <c:idx val="2"/>
          <c:order val="2"/>
          <c:tx>
            <c:strRef>
              <c:f>Hárok1!$D$1</c:f>
              <c:strCache>
                <c:ptCount val="1"/>
                <c:pt idx="0">
                  <c:v>Rad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C9-4BDC-BCD6-5CAA05510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13"/>
        <c:axId val="2053996144"/>
        <c:axId val="2053996560"/>
      </c:barChart>
      <c:catAx>
        <c:axId val="2053996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560"/>
        <c:crosses val="autoZero"/>
        <c:auto val="1"/>
        <c:lblAlgn val="ctr"/>
        <c:lblOffset val="100"/>
        <c:noMultiLvlLbl val="0"/>
      </c:catAx>
      <c:valAx>
        <c:axId val="2053996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7.5403180359500971E-4"/>
          <c:w val="6.9352279060550456E-2"/>
          <c:h val="0.193134198587305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350" b="0" i="0" u="none" strike="noStrike" kern="1200" baseline="0">
              <a:solidFill>
                <a:srgbClr val="77777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F174-C4BC-460C-9DE8-4EBD38507E3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A0BC-2C49-4A47-BF6B-7B2A4301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54" y="5797126"/>
            <a:ext cx="2707244" cy="897467"/>
          </a:xfrm>
          <a:prstGeom prst="rect">
            <a:avLst/>
          </a:prstGeom>
        </p:spPr>
      </p:pic>
      <p:sp>
        <p:nvSpPr>
          <p:cNvPr id="4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dnadpis 2"/>
          <p:cNvSpPr>
            <a:spLocks noGrp="1"/>
          </p:cNvSpPr>
          <p:nvPr>
            <p:ph type="subTitle" idx="4294967295"/>
          </p:nvPr>
        </p:nvSpPr>
        <p:spPr>
          <a:xfrm>
            <a:off x="300037" y="2237643"/>
            <a:ext cx="11473353" cy="9585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ozloženie obsah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rázok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5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7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5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5514975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13" name="Zástupný objekt pre text 2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58186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5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4" name="Zástupný objekt pre obsah 3"/>
          <p:cNvSpPr>
            <a:spLocks noGrp="1"/>
          </p:cNvSpPr>
          <p:nvPr>
            <p:ph sz="quarter" idx="13" hasCustomPrompt="1"/>
          </p:nvPr>
        </p:nvSpPr>
        <p:spPr>
          <a:xfrm>
            <a:off x="371475" y="1354138"/>
            <a:ext cx="11449050" cy="44736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1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graphicFrame>
        <p:nvGraphicFramePr>
          <p:cNvPr id="5" name="Graf 4"/>
          <p:cNvGraphicFramePr/>
          <p:nvPr userDrawn="1">
            <p:extLst>
              <p:ext uri="{D42A27DB-BD31-4B8C-83A1-F6EECF244321}">
                <p14:modId xmlns:p14="http://schemas.microsoft.com/office/powerpoint/2010/main" val="2832957957"/>
              </p:ext>
            </p:extLst>
          </p:nvPr>
        </p:nvGraphicFramePr>
        <p:xfrm>
          <a:off x="385616" y="1217900"/>
          <a:ext cx="11434909" cy="423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970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902627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474344"/>
            <a:ext cx="4585122" cy="4334319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8" name="Zástupný objekt pre obsah 7"/>
          <p:cNvSpPr>
            <a:spLocks noGrp="1"/>
          </p:cNvSpPr>
          <p:nvPr>
            <p:ph sz="quarter" idx="14" hasCustomPrompt="1"/>
          </p:nvPr>
        </p:nvSpPr>
        <p:spPr>
          <a:xfrm>
            <a:off x="5097463" y="427038"/>
            <a:ext cx="6723062" cy="53816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820508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4585122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14" hasCustomPrompt="1"/>
          </p:nvPr>
        </p:nvSpPr>
        <p:spPr>
          <a:xfrm>
            <a:off x="5087938" y="2751138"/>
            <a:ext cx="6732587" cy="30575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3" name="Zástupný objekt pre obsah 5"/>
          <p:cNvSpPr>
            <a:spLocks noGrp="1"/>
          </p:cNvSpPr>
          <p:nvPr>
            <p:ph sz="quarter" idx="15" hasCustomPrompt="1"/>
          </p:nvPr>
        </p:nvSpPr>
        <p:spPr>
          <a:xfrm>
            <a:off x="5087937" y="427766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4" name="Zástupný objekt pre obsah 5"/>
          <p:cNvSpPr>
            <a:spLocks noGrp="1"/>
          </p:cNvSpPr>
          <p:nvPr>
            <p:ph sz="quarter" idx="16" hasCustomPrompt="1"/>
          </p:nvPr>
        </p:nvSpPr>
        <p:spPr>
          <a:xfrm>
            <a:off x="8529732" y="427765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9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71475" y="4934108"/>
            <a:ext cx="11449050" cy="902627"/>
          </a:xfrm>
        </p:spPr>
        <p:txBody>
          <a:bodyPr anchor="t">
            <a:noAutofit/>
          </a:bodyPr>
          <a:lstStyle>
            <a:lvl1pPr>
              <a:defRPr sz="36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246563"/>
            <a:ext cx="11449050" cy="682625"/>
          </a:xfrm>
        </p:spPr>
        <p:txBody>
          <a:bodyPr anchor="b"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Kliknite sem a zadajte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5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Upravte štýly predlohy textu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784D-4928-4D1C-9696-D92BC1EDB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1" r:id="rId4"/>
    <p:sldLayoutId id="2147483666" r:id="rId5"/>
    <p:sldLayoutId id="2147483669" r:id="rId6"/>
    <p:sldLayoutId id="2147483672" r:id="rId7"/>
    <p:sldLayoutId id="2147483667" r:id="rId8"/>
    <p:sldLayoutId id="2147483668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ta"/>
          <p:cNvSpPr txBox="1"/>
          <p:nvPr/>
        </p:nvSpPr>
        <p:spPr>
          <a:xfrm>
            <a:off x="294956" y="5486639"/>
            <a:ext cx="73092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 Chrobák</a:t>
            </a:r>
          </a:p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Makovický </a:t>
            </a:r>
          </a:p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Terézia Stankovičová</a:t>
            </a:r>
          </a:p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Michal Kucka</a:t>
            </a:r>
          </a:p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Matej Krupa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k-SK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Dátum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adpis 1"/>
          <p:cNvSpPr>
            <a:spLocks noGrp="1"/>
          </p:cNvSpPr>
          <p:nvPr>
            <p:ph type="ctrTitle" idx="4294967295"/>
          </p:nvPr>
        </p:nvSpPr>
        <p:spPr>
          <a:xfrm>
            <a:off x="300036" y="531233"/>
            <a:ext cx="11473353" cy="1694731"/>
          </a:xfrm>
        </p:spPr>
        <p:txBody>
          <a:bodyPr>
            <a:normAutofit/>
          </a:bodyPr>
          <a:lstStyle/>
          <a:p>
            <a:pPr algn="ctr"/>
            <a:r>
              <a:rPr lang="sk-SK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Pac-Man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dnadpis 7"/>
          <p:cNvSpPr>
            <a:spLocks noGrp="1"/>
          </p:cNvSpPr>
          <p:nvPr>
            <p:ph type="subTitle" idx="4294967295"/>
          </p:nvPr>
        </p:nvSpPr>
        <p:spPr>
          <a:xfrm>
            <a:off x="294956" y="2225964"/>
            <a:ext cx="11478433" cy="1431636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4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obrázok 4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3000"/>
          </a:xfrm>
        </p:spPr>
        <p:txBody>
          <a:bodyPr/>
          <a:lstStyle/>
          <a:p>
            <a:endParaRPr lang="sk-SK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385616" y="373834"/>
            <a:ext cx="10430022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8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16C4C1-E760-E7B9-EF4C-632FEBB6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Časový plán</a:t>
            </a:r>
          </a:p>
        </p:txBody>
      </p:sp>
      <p:graphicFrame>
        <p:nvGraphicFramePr>
          <p:cNvPr id="7" name="Zástupný objekt pre obsah 6">
            <a:extLst>
              <a:ext uri="{FF2B5EF4-FFF2-40B4-BE49-F238E27FC236}">
                <a16:creationId xmlns:a16="http://schemas.microsoft.com/office/drawing/2014/main" id="{C3794A5D-4BE2-526F-F52E-D9D4D286368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0894761"/>
              </p:ext>
            </p:extLst>
          </p:nvPr>
        </p:nvGraphicFramePr>
        <p:xfrm>
          <a:off x="371475" y="1354137"/>
          <a:ext cx="11513038" cy="4531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772">
                  <a:extLst>
                    <a:ext uri="{9D8B030D-6E8A-4147-A177-3AD203B41FA5}">
                      <a16:colId xmlns:a16="http://schemas.microsoft.com/office/drawing/2014/main" val="4100385411"/>
                    </a:ext>
                  </a:extLst>
                </a:gridCol>
                <a:gridCol w="3129874">
                  <a:extLst>
                    <a:ext uri="{9D8B030D-6E8A-4147-A177-3AD203B41FA5}">
                      <a16:colId xmlns:a16="http://schemas.microsoft.com/office/drawing/2014/main" val="299767186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734126949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4008701263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3021143771"/>
                    </a:ext>
                  </a:extLst>
                </a:gridCol>
                <a:gridCol w="1535848">
                  <a:extLst>
                    <a:ext uri="{9D8B030D-6E8A-4147-A177-3AD203B41FA5}">
                      <a16:colId xmlns:a16="http://schemas.microsoft.com/office/drawing/2014/main" val="1608257967"/>
                    </a:ext>
                  </a:extLst>
                </a:gridCol>
              </a:tblGrid>
              <a:tr h="674299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Október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sk-SK" dirty="0"/>
                        <a:t>November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446196"/>
                  </a:ext>
                </a:extLst>
              </a:tr>
              <a:tr h="486164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dirty="0">
                          <a:solidFill>
                            <a:srgbClr val="000000"/>
                          </a:solidFill>
                        </a:rPr>
                        <a:t>Týždeň 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dirty="0">
                          <a:solidFill>
                            <a:srgbClr val="000000"/>
                          </a:solidFill>
                        </a:rPr>
                        <a:t>Týždeň 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dirty="0">
                          <a:solidFill>
                            <a:srgbClr val="000000"/>
                          </a:solidFill>
                        </a:rPr>
                        <a:t>Týždeň 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sz="1600" dirty="0">
                          <a:solidFill>
                            <a:srgbClr val="000000"/>
                          </a:solidFill>
                        </a:rPr>
                        <a:t>Týždeň 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96374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bg1"/>
                          </a:solidFill>
                        </a:rPr>
                        <a:t>Analýza a baseline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72009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bg1"/>
                          </a:solidFill>
                        </a:rPr>
                        <a:t>Logika duchov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014118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bg1"/>
                          </a:solidFill>
                        </a:rPr>
                        <a:t>GUI a skóre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97534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bg1"/>
                          </a:solidFill>
                        </a:rPr>
                        <a:t>Optimalizácia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529081"/>
                  </a:ext>
                </a:extLst>
              </a:tr>
              <a:tr h="674299">
                <a:tc>
                  <a:txBody>
                    <a:bodyPr/>
                    <a:lstStyle/>
                    <a:p>
                      <a:r>
                        <a:rPr lang="sk-SK" dirty="0">
                          <a:solidFill>
                            <a:schemeClr val="bg1"/>
                          </a:solidFill>
                        </a:rPr>
                        <a:t>Testy a dokumentácia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0912"/>
                  </a:ext>
                </a:extLst>
              </a:tr>
            </a:tbl>
          </a:graphicData>
        </a:graphic>
      </p:graphicFrame>
      <p:sp>
        <p:nvSpPr>
          <p:cNvPr id="12" name="Šípka: päťuholník 11">
            <a:extLst>
              <a:ext uri="{FF2B5EF4-FFF2-40B4-BE49-F238E27FC236}">
                <a16:creationId xmlns:a16="http://schemas.microsoft.com/office/drawing/2014/main" id="{3B2A4AE7-D801-41A0-A779-9D4D26461490}"/>
              </a:ext>
            </a:extLst>
          </p:cNvPr>
          <p:cNvSpPr/>
          <p:nvPr/>
        </p:nvSpPr>
        <p:spPr>
          <a:xfrm>
            <a:off x="2971799" y="2616675"/>
            <a:ext cx="2449287" cy="45309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2" name="Šípka: päťuholník 21">
            <a:extLst>
              <a:ext uri="{FF2B5EF4-FFF2-40B4-BE49-F238E27FC236}">
                <a16:creationId xmlns:a16="http://schemas.microsoft.com/office/drawing/2014/main" id="{818F3E83-599E-3040-FDCC-F7A8846E9C9E}"/>
              </a:ext>
            </a:extLst>
          </p:cNvPr>
          <p:cNvSpPr/>
          <p:nvPr/>
        </p:nvSpPr>
        <p:spPr>
          <a:xfrm>
            <a:off x="5834083" y="3347357"/>
            <a:ext cx="1366156" cy="424543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Šípka: päťuholník 23">
            <a:extLst>
              <a:ext uri="{FF2B5EF4-FFF2-40B4-BE49-F238E27FC236}">
                <a16:creationId xmlns:a16="http://schemas.microsoft.com/office/drawing/2014/main" id="{AC98CB8B-7CBC-F228-EF50-D758CAB8193F}"/>
              </a:ext>
            </a:extLst>
          </p:cNvPr>
          <p:cNvSpPr/>
          <p:nvPr/>
        </p:nvSpPr>
        <p:spPr>
          <a:xfrm>
            <a:off x="7358744" y="3973287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6" name="Šípka: päťuholník 25">
            <a:extLst>
              <a:ext uri="{FF2B5EF4-FFF2-40B4-BE49-F238E27FC236}">
                <a16:creationId xmlns:a16="http://schemas.microsoft.com/office/drawing/2014/main" id="{2E770628-92D7-B02F-B8F4-DDBB89093050}"/>
              </a:ext>
            </a:extLst>
          </p:cNvPr>
          <p:cNvSpPr/>
          <p:nvPr/>
        </p:nvSpPr>
        <p:spPr>
          <a:xfrm>
            <a:off x="8909958" y="4675415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8" name="Šípka: päťuholník 27">
            <a:extLst>
              <a:ext uri="{FF2B5EF4-FFF2-40B4-BE49-F238E27FC236}">
                <a16:creationId xmlns:a16="http://schemas.microsoft.com/office/drawing/2014/main" id="{BDE7EA5B-45B6-500E-E32F-B97449CDE8E2}"/>
              </a:ext>
            </a:extLst>
          </p:cNvPr>
          <p:cNvSpPr/>
          <p:nvPr/>
        </p:nvSpPr>
        <p:spPr>
          <a:xfrm>
            <a:off x="10454369" y="5307920"/>
            <a:ext cx="1366156" cy="391886"/>
          </a:xfrm>
          <a:prstGeom prst="homePlat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102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objekt pre text 5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14975" cy="44467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4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ástupný objekt pre text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0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obsah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Zástupný objekt pre obsah 1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9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Časový plán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5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text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778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Vlastné 1">
      <a:dk1>
        <a:srgbClr val="002D72"/>
      </a:dk1>
      <a:lt1>
        <a:sysClr val="window" lastClr="FFFFFF"/>
      </a:lt1>
      <a:dk2>
        <a:srgbClr val="002D72"/>
      </a:dk2>
      <a:lt2>
        <a:srgbClr val="E7E6E6"/>
      </a:lt2>
      <a:accent1>
        <a:srgbClr val="002D72"/>
      </a:accent1>
      <a:accent2>
        <a:srgbClr val="A1A5C8"/>
      </a:accent2>
      <a:accent3>
        <a:srgbClr val="3E5698"/>
      </a:accent3>
      <a:accent4>
        <a:srgbClr val="6CACE4"/>
      </a:accent4>
      <a:accent5>
        <a:srgbClr val="A9C9EB"/>
      </a:accent5>
      <a:accent6>
        <a:srgbClr val="AEABA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47</Words>
  <Application>Microsoft Office PowerPoint</Application>
  <PresentationFormat>Širokouhlá</PresentationFormat>
  <Paragraphs>29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Motív balíka Office</vt:lpstr>
      <vt:lpstr>Pac-Man</vt:lpstr>
      <vt:lpstr>Prezentácia programu PowerPoint</vt:lpstr>
      <vt:lpstr>Časový plán</vt:lpstr>
      <vt:lpstr>Prezentácia programu PowerPoint</vt:lpstr>
      <vt:lpstr>Prezentácia programu PowerPoint</vt:lpstr>
      <vt:lpstr>Prezentácia programu PowerPoint</vt:lpstr>
      <vt:lpstr>Časový plán</vt:lpstr>
      <vt:lpstr>Prezentácia programu PowerPoint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XI</dc:creator>
  <cp:lastModifiedBy>STUD - Michal Kucka</cp:lastModifiedBy>
  <cp:revision>60</cp:revision>
  <dcterms:created xsi:type="dcterms:W3CDTF">2021-04-12T06:48:28Z</dcterms:created>
  <dcterms:modified xsi:type="dcterms:W3CDTF">2026-10-23T06:15:59Z</dcterms:modified>
</cp:coreProperties>
</file>