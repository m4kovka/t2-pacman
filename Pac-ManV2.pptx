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5" r:id="rId3"/>
    <p:sldId id="259" r:id="rId4"/>
    <p:sldId id="260" r:id="rId5"/>
    <p:sldId id="276" r:id="rId6"/>
    <p:sldId id="277" r:id="rId7"/>
    <p:sldId id="278" r:id="rId8"/>
    <p:sldId id="279" r:id="rId9"/>
    <p:sldId id="280" r:id="rId10"/>
    <p:sldId id="281" r:id="rId11"/>
    <p:sldId id="264" r:id="rId12"/>
    <p:sldId id="261" r:id="rId13"/>
    <p:sldId id="266" r:id="rId14"/>
    <p:sldId id="283" r:id="rId15"/>
    <p:sldId id="28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027D"/>
    <a:srgbClr val="FF6A14"/>
    <a:srgbClr val="000000"/>
    <a:srgbClr val="FFB81C"/>
    <a:srgbClr val="002D72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sk-S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346478314781515"/>
          <c:y val="0.19638879375493556"/>
          <c:w val="0.70650339237505078"/>
          <c:h val="0.7133018023245392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Hárok1!$B$1</c:f>
              <c:strCache>
                <c:ptCount val="1"/>
                <c:pt idx="0">
                  <c:v>Rad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Hárok1!$A$2:$A$5</c:f>
              <c:strCache>
                <c:ptCount val="4"/>
                <c:pt idx="0">
                  <c:v>Kategória 1</c:v>
                </c:pt>
                <c:pt idx="1">
                  <c:v>Kategória 2</c:v>
                </c:pt>
                <c:pt idx="2">
                  <c:v>Kategória 3</c:v>
                </c:pt>
                <c:pt idx="3">
                  <c:v>Kategória 4</c:v>
                </c:pt>
              </c:strCache>
            </c:strRef>
          </c:cat>
          <c:val>
            <c:numRef>
              <c:f>Hárok1!$B$2:$B$5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C9-4BDC-BCD6-5CAA05510275}"/>
            </c:ext>
          </c:extLst>
        </c:ser>
        <c:ser>
          <c:idx val="1"/>
          <c:order val="1"/>
          <c:tx>
            <c:strRef>
              <c:f>Hárok1!$C$1</c:f>
              <c:strCache>
                <c:ptCount val="1"/>
                <c:pt idx="0">
                  <c:v>Rad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Hárok1!$A$2:$A$5</c:f>
              <c:strCache>
                <c:ptCount val="4"/>
                <c:pt idx="0">
                  <c:v>Kategória 1</c:v>
                </c:pt>
                <c:pt idx="1">
                  <c:v>Kategória 2</c:v>
                </c:pt>
                <c:pt idx="2">
                  <c:v>Kategória 3</c:v>
                </c:pt>
                <c:pt idx="3">
                  <c:v>Kategória 4</c:v>
                </c:pt>
              </c:strCache>
            </c:strRef>
          </c:cat>
          <c:val>
            <c:numRef>
              <c:f>Hárok1!$C$2:$C$5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C9-4BDC-BCD6-5CAA05510275}"/>
            </c:ext>
          </c:extLst>
        </c:ser>
        <c:ser>
          <c:idx val="2"/>
          <c:order val="2"/>
          <c:tx>
            <c:strRef>
              <c:f>Hárok1!$D$1</c:f>
              <c:strCache>
                <c:ptCount val="1"/>
                <c:pt idx="0">
                  <c:v>Rad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Hárok1!$A$2:$A$5</c:f>
              <c:strCache>
                <c:ptCount val="4"/>
                <c:pt idx="0">
                  <c:v>Kategória 1</c:v>
                </c:pt>
                <c:pt idx="1">
                  <c:v>Kategória 2</c:v>
                </c:pt>
                <c:pt idx="2">
                  <c:v>Kategória 3</c:v>
                </c:pt>
                <c:pt idx="3">
                  <c:v>Kategória 4</c:v>
                </c:pt>
              </c:strCache>
            </c:strRef>
          </c:cat>
          <c:val>
            <c:numRef>
              <c:f>Hárok1!$D$2:$D$5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C9-4BDC-BCD6-5CAA055102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0"/>
        <c:overlap val="-13"/>
        <c:axId val="2053996144"/>
        <c:axId val="2053996560"/>
      </c:barChart>
      <c:catAx>
        <c:axId val="20539961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t" anchorCtr="0"/>
          <a:lstStyle/>
          <a:p>
            <a:pPr>
              <a:defRPr sz="1197" b="0" i="0" u="none" strike="noStrike" kern="1200" baseline="0">
                <a:solidFill>
                  <a:srgbClr val="777777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3996560"/>
        <c:crosses val="autoZero"/>
        <c:auto val="1"/>
        <c:lblAlgn val="ctr"/>
        <c:lblOffset val="100"/>
        <c:noMultiLvlLbl val="0"/>
      </c:catAx>
      <c:valAx>
        <c:axId val="20539965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777777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3996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0"/>
          <c:y val="7.5403180359500971E-4"/>
          <c:w val="6.9352279060550456E-2"/>
          <c:h val="0.1931341985873050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t" anchorCtr="0"/>
        <a:lstStyle/>
        <a:p>
          <a:pPr>
            <a:defRPr sz="1350" b="0" i="0" u="none" strike="noStrike" kern="1200" baseline="0">
              <a:solidFill>
                <a:srgbClr val="777777"/>
              </a:solidFill>
              <a:latin typeface="Arial" panose="020B06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F1F174-C4BC-460C-9DE8-4EBD38507E38}" type="datetimeFigureOut">
              <a:rPr lang="en-US" smtClean="0"/>
              <a:t>10/30/2026</a:t>
            </a:fld>
            <a:endParaRPr lang="en-US" dirty="0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Upraviť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7A0BC-2C49-4A47-BF6B-7B2A430116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94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á snímka">
    <p:bg>
      <p:bgPr>
        <a:solidFill>
          <a:srgbClr val="FFB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654" y="5797126"/>
            <a:ext cx="2707244" cy="897467"/>
          </a:xfrm>
          <a:prstGeom prst="rect">
            <a:avLst/>
          </a:prstGeom>
        </p:spPr>
      </p:pic>
      <p:sp>
        <p:nvSpPr>
          <p:cNvPr id="4" name="Nadpis 1"/>
          <p:cNvSpPr>
            <a:spLocks noGrp="1"/>
          </p:cNvSpPr>
          <p:nvPr>
            <p:ph type="ctrTitle" idx="4294967295"/>
          </p:nvPr>
        </p:nvSpPr>
        <p:spPr>
          <a:xfrm>
            <a:off x="300037" y="531233"/>
            <a:ext cx="11473353" cy="1694731"/>
          </a:xfrm>
        </p:spPr>
        <p:txBody>
          <a:bodyPr>
            <a:normAutofit/>
          </a:bodyPr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odnadpis 2"/>
          <p:cNvSpPr>
            <a:spLocks noGrp="1"/>
          </p:cNvSpPr>
          <p:nvPr>
            <p:ph type="subTitle" idx="4294967295"/>
          </p:nvPr>
        </p:nvSpPr>
        <p:spPr>
          <a:xfrm>
            <a:off x="300037" y="2237643"/>
            <a:ext cx="11473353" cy="958524"/>
          </a:xfrm>
        </p:spPr>
        <p:txBody>
          <a:bodyPr>
            <a:normAutofit/>
          </a:bodyPr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indent="0" algn="l">
              <a:buNone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06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ozloženie obsahu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rázok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algn="ctr">
              <a:defRPr sz="240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5" name="Nadpis 1"/>
          <p:cNvSpPr>
            <a:spLocks noGrp="1"/>
          </p:cNvSpPr>
          <p:nvPr>
            <p:ph type="title" hasCustomPrompt="1"/>
          </p:nvPr>
        </p:nvSpPr>
        <p:spPr>
          <a:xfrm>
            <a:off x="385616" y="373834"/>
            <a:ext cx="10515600" cy="1325563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sk-SK" dirty="0"/>
              <a:t>Nadpis predelového snímku</a:t>
            </a:r>
            <a:br>
              <a:rPr lang="sk-SK" dirty="0"/>
            </a:br>
            <a:r>
              <a:rPr lang="sk-SK" dirty="0"/>
              <a:t>do dvoch riadkov s fotografiou na pozadí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759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Zástupný objekt pre obrázok 2"/>
          <p:cNvSpPr>
            <a:spLocks noGrp="1"/>
          </p:cNvSpPr>
          <p:nvPr>
            <p:ph type="pic" idx="1"/>
          </p:nvPr>
        </p:nvSpPr>
        <p:spPr>
          <a:xfrm>
            <a:off x="1" y="0"/>
            <a:ext cx="12191999" cy="62271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6" y="373834"/>
            <a:ext cx="10515600" cy="1325563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sk-SK" dirty="0"/>
              <a:t>Nadpis predelového snímku</a:t>
            </a:r>
            <a:br>
              <a:rPr lang="sk-SK" dirty="0"/>
            </a:br>
            <a:r>
              <a:rPr lang="sk-SK" dirty="0"/>
              <a:t>do dvoch riadkov s fotografiou na pozadí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055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744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559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744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5" y="373834"/>
            <a:ext cx="11434910" cy="619055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sk-SK" dirty="0"/>
              <a:t>Nadpis prezentačného snímku</a:t>
            </a:r>
            <a:endParaRPr lang="en-US" dirty="0"/>
          </a:p>
        </p:txBody>
      </p:sp>
      <p:sp>
        <p:nvSpPr>
          <p:cNvPr id="3" name="Zástupný objekt pre text 2"/>
          <p:cNvSpPr>
            <a:spLocks noGrp="1"/>
          </p:cNvSpPr>
          <p:nvPr>
            <p:ph type="body" sz="quarter" idx="13"/>
          </p:nvPr>
        </p:nvSpPr>
        <p:spPr>
          <a:xfrm>
            <a:off x="371475" y="1381125"/>
            <a:ext cx="5514975" cy="4427538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 sz="240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SzPct val="80000"/>
              <a:defRPr sz="240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buSzPct val="80000"/>
              <a:defRPr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buSzPct val="80000"/>
              <a:defRPr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buSzPct val="80000"/>
              <a:defRPr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sk-SK" dirty="0"/>
              <a:t>Upraviť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13" name="Zástupný objekt pre text 2"/>
          <p:cNvSpPr>
            <a:spLocks noGrp="1"/>
          </p:cNvSpPr>
          <p:nvPr>
            <p:ph type="body" sz="quarter" idx="14"/>
          </p:nvPr>
        </p:nvSpPr>
        <p:spPr>
          <a:xfrm>
            <a:off x="6262339" y="1381125"/>
            <a:ext cx="5558186" cy="4427538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 sz="240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SzPct val="80000"/>
              <a:defRPr sz="240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buSzPct val="80000"/>
              <a:defRPr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buSzPct val="80000"/>
              <a:defRPr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buSzPct val="80000"/>
              <a:defRPr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sk-SK" dirty="0"/>
              <a:t>Upraviť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654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 userDrawn="1">
          <p15:clr>
            <a:srgbClr val="FBAE40"/>
          </p15:clr>
        </p15:guide>
        <p15:guide id="3" pos="744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5" y="373834"/>
            <a:ext cx="11434910" cy="619055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sk-SK" dirty="0"/>
              <a:t>Nadpis prezentačného snímku</a:t>
            </a:r>
            <a:endParaRPr lang="en-US" dirty="0"/>
          </a:p>
        </p:txBody>
      </p:sp>
      <p:sp>
        <p:nvSpPr>
          <p:cNvPr id="4" name="Zástupný objekt pre obsah 3"/>
          <p:cNvSpPr>
            <a:spLocks noGrp="1"/>
          </p:cNvSpPr>
          <p:nvPr>
            <p:ph sz="quarter" idx="13" hasCustomPrompt="1"/>
          </p:nvPr>
        </p:nvSpPr>
        <p:spPr>
          <a:xfrm>
            <a:off x="371475" y="1354138"/>
            <a:ext cx="11449050" cy="447369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002D7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Objekt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912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>
          <p15:clr>
            <a:srgbClr val="FBAE40"/>
          </p15:clr>
        </p15:guide>
        <p15:guide id="3" pos="744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5" y="373834"/>
            <a:ext cx="11434910" cy="619055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sk-SK" dirty="0"/>
              <a:t>Nadpis prezentačného snímku</a:t>
            </a:r>
            <a:endParaRPr lang="en-US" dirty="0"/>
          </a:p>
        </p:txBody>
      </p:sp>
      <p:graphicFrame>
        <p:nvGraphicFramePr>
          <p:cNvPr id="5" name="Graf 4"/>
          <p:cNvGraphicFramePr/>
          <p:nvPr userDrawn="1">
            <p:extLst>
              <p:ext uri="{D42A27DB-BD31-4B8C-83A1-F6EECF244321}">
                <p14:modId xmlns:p14="http://schemas.microsoft.com/office/powerpoint/2010/main" val="2832957957"/>
              </p:ext>
            </p:extLst>
          </p:nvPr>
        </p:nvGraphicFramePr>
        <p:xfrm>
          <a:off x="385616" y="1217900"/>
          <a:ext cx="11434909" cy="42396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79700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5" y="427766"/>
            <a:ext cx="4570981" cy="902627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rgbClr val="002D7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sk-SK" dirty="0"/>
              <a:t>Nadpis prezentačného snímku</a:t>
            </a:r>
            <a:endParaRPr lang="en-US" dirty="0"/>
          </a:p>
        </p:txBody>
      </p:sp>
      <p:sp>
        <p:nvSpPr>
          <p:cNvPr id="3" name="Zástupný objekt pre text 2"/>
          <p:cNvSpPr>
            <a:spLocks noGrp="1"/>
          </p:cNvSpPr>
          <p:nvPr>
            <p:ph type="body" sz="quarter" idx="13"/>
          </p:nvPr>
        </p:nvSpPr>
        <p:spPr>
          <a:xfrm>
            <a:off x="371475" y="1474344"/>
            <a:ext cx="4585122" cy="4334319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 sz="240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SzPct val="80000"/>
              <a:defRPr sz="240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buSzPct val="80000"/>
              <a:defRPr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buSzPct val="80000"/>
              <a:defRPr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buSzPct val="80000"/>
              <a:defRPr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sk-SK" dirty="0"/>
              <a:t>Upraviť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8" name="Zástupný objekt pre obsah 7"/>
          <p:cNvSpPr>
            <a:spLocks noGrp="1"/>
          </p:cNvSpPr>
          <p:nvPr>
            <p:ph sz="quarter" idx="14" hasCustomPrompt="1"/>
          </p:nvPr>
        </p:nvSpPr>
        <p:spPr>
          <a:xfrm>
            <a:off x="5097463" y="427038"/>
            <a:ext cx="6723062" cy="53816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2D7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sk-SK" dirty="0"/>
              <a:t>Objekt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6981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>
          <p15:clr>
            <a:srgbClr val="FBAE40"/>
          </p15:clr>
        </p15:guide>
        <p15:guide id="3" pos="7446" userDrawn="1">
          <p15:clr>
            <a:srgbClr val="FBAE40"/>
          </p15:clr>
        </p15:guide>
        <p15:guide id="4" pos="320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5" y="427766"/>
            <a:ext cx="4570981" cy="820508"/>
          </a:xfrm>
        </p:spPr>
        <p:txBody>
          <a:bodyPr anchor="t"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sk-SK" dirty="0"/>
              <a:t>Nadpis prezentačného snímku</a:t>
            </a:r>
            <a:endParaRPr lang="en-US" dirty="0"/>
          </a:p>
        </p:txBody>
      </p:sp>
      <p:sp>
        <p:nvSpPr>
          <p:cNvPr id="3" name="Zástupný objekt pre text 2"/>
          <p:cNvSpPr>
            <a:spLocks noGrp="1"/>
          </p:cNvSpPr>
          <p:nvPr>
            <p:ph type="body" sz="quarter" idx="13"/>
          </p:nvPr>
        </p:nvSpPr>
        <p:spPr>
          <a:xfrm>
            <a:off x="371475" y="1381125"/>
            <a:ext cx="4585122" cy="4427538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 sz="240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SzPct val="80000"/>
              <a:defRPr sz="240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buSzPct val="80000"/>
              <a:defRPr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buSzPct val="80000"/>
              <a:defRPr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buSzPct val="80000"/>
              <a:defRPr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sk-SK" dirty="0"/>
              <a:t>Upraviť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6" name="Zástupný objekt pre obsah 5"/>
          <p:cNvSpPr>
            <a:spLocks noGrp="1"/>
          </p:cNvSpPr>
          <p:nvPr>
            <p:ph sz="quarter" idx="14" hasCustomPrompt="1"/>
          </p:nvPr>
        </p:nvSpPr>
        <p:spPr>
          <a:xfrm>
            <a:off x="5087938" y="2751138"/>
            <a:ext cx="6732587" cy="30575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2D72"/>
                </a:solidFill>
              </a:defRPr>
            </a:lvl1pPr>
          </a:lstStyle>
          <a:p>
            <a:pPr lvl="0"/>
            <a:r>
              <a:rPr lang="sk-SK" dirty="0"/>
              <a:t>Objekt</a:t>
            </a:r>
            <a:endParaRPr lang="en-US" dirty="0"/>
          </a:p>
        </p:txBody>
      </p:sp>
      <p:sp>
        <p:nvSpPr>
          <p:cNvPr id="13" name="Zástupný objekt pre obsah 5"/>
          <p:cNvSpPr>
            <a:spLocks noGrp="1"/>
          </p:cNvSpPr>
          <p:nvPr>
            <p:ph sz="quarter" idx="15" hasCustomPrompt="1"/>
          </p:nvPr>
        </p:nvSpPr>
        <p:spPr>
          <a:xfrm>
            <a:off x="5087937" y="427766"/>
            <a:ext cx="3290793" cy="218592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2D72"/>
                </a:solidFill>
              </a:defRPr>
            </a:lvl1pPr>
          </a:lstStyle>
          <a:p>
            <a:pPr lvl="0"/>
            <a:r>
              <a:rPr lang="sk-SK" dirty="0"/>
              <a:t>Objekt</a:t>
            </a:r>
            <a:endParaRPr lang="en-US" dirty="0"/>
          </a:p>
        </p:txBody>
      </p:sp>
      <p:sp>
        <p:nvSpPr>
          <p:cNvPr id="14" name="Zástupný objekt pre obsah 5"/>
          <p:cNvSpPr>
            <a:spLocks noGrp="1"/>
          </p:cNvSpPr>
          <p:nvPr>
            <p:ph sz="quarter" idx="16" hasCustomPrompt="1"/>
          </p:nvPr>
        </p:nvSpPr>
        <p:spPr>
          <a:xfrm>
            <a:off x="8529732" y="427765"/>
            <a:ext cx="3290793" cy="218592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2D72"/>
                </a:solidFill>
              </a:defRPr>
            </a:lvl1pPr>
          </a:lstStyle>
          <a:p>
            <a:pPr lvl="0"/>
            <a:r>
              <a:rPr lang="sk-SK" dirty="0"/>
              <a:t>Objekt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293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>
          <p15:clr>
            <a:srgbClr val="FBAE40"/>
          </p15:clr>
        </p15:guide>
        <p15:guide id="3" pos="7446" userDrawn="1">
          <p15:clr>
            <a:srgbClr val="FBAE40"/>
          </p15:clr>
        </p15:guide>
        <p15:guide id="4" pos="3205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71475" y="4934108"/>
            <a:ext cx="11449050" cy="902627"/>
          </a:xfrm>
        </p:spPr>
        <p:txBody>
          <a:bodyPr anchor="t">
            <a:noAutofit/>
          </a:bodyPr>
          <a:lstStyle>
            <a:lvl1pPr>
              <a:defRPr sz="3600" baseline="0">
                <a:solidFill>
                  <a:srgbClr val="002D7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sk-SK" dirty="0"/>
              <a:t>Nadpis prezentačného snímku</a:t>
            </a:r>
            <a:endParaRPr lang="en-US" dirty="0"/>
          </a:p>
        </p:txBody>
      </p:sp>
      <p:sp>
        <p:nvSpPr>
          <p:cNvPr id="5" name="Zástupný objekt pre text 4"/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246563"/>
            <a:ext cx="11449050" cy="682625"/>
          </a:xfrm>
        </p:spPr>
        <p:txBody>
          <a:bodyPr anchor="b">
            <a:normAutofit/>
          </a:bodyPr>
          <a:lstStyle>
            <a:lvl1pPr marL="0" indent="0">
              <a:buNone/>
              <a:defRPr sz="2000" baseline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k-SK" dirty="0"/>
              <a:t>Kliknite sem a zadajte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555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 dirty="0"/>
              <a:t>Upravte štýly predlohy textu</a:t>
            </a:r>
            <a:endParaRPr lang="en-US" dirty="0"/>
          </a:p>
        </p:txBody>
      </p:sp>
      <p:sp>
        <p:nvSpPr>
          <p:cNvPr id="3" name="Zástupný objekt pre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Upraviť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Zástupný objekt pre dá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Zástupný objekt pre pät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Zástupný objekt pre číslo snímky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A784D-4928-4D1C-9696-D92BC1EDB40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870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4" r:id="rId3"/>
    <p:sldLayoutId id="2147483671" r:id="rId4"/>
    <p:sldLayoutId id="2147483666" r:id="rId5"/>
    <p:sldLayoutId id="2147483669" r:id="rId6"/>
    <p:sldLayoutId id="2147483672" r:id="rId7"/>
    <p:sldLayoutId id="2147483667" r:id="rId8"/>
    <p:sldLayoutId id="2147483668" r:id="rId9"/>
    <p:sldLayoutId id="214748367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ta"/>
          <p:cNvSpPr txBox="1"/>
          <p:nvPr/>
        </p:nvSpPr>
        <p:spPr>
          <a:xfrm>
            <a:off x="294956" y="5257562"/>
            <a:ext cx="938788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140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Michal Chrobák</a:t>
            </a:r>
          </a:p>
          <a:p>
            <a:r>
              <a:rPr lang="sk-SK" sz="140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Alex Makovický </a:t>
            </a:r>
          </a:p>
          <a:p>
            <a:r>
              <a:rPr lang="sk-SK" sz="140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Terézia Stankovičová</a:t>
            </a:r>
          </a:p>
          <a:p>
            <a:r>
              <a:rPr lang="sk-SK" sz="140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Michal </a:t>
            </a:r>
            <a:r>
              <a:rPr lang="sk-SK" sz="1400" noProof="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Kucka</a:t>
            </a:r>
            <a:endParaRPr lang="sk-SK" sz="1400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k-SK" sz="140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Matej Krupa</a:t>
            </a:r>
          </a:p>
          <a:p>
            <a:endParaRPr lang="sk-SK" sz="1400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k-SK" sz="140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Dátum</a:t>
            </a:r>
          </a:p>
        </p:txBody>
      </p:sp>
      <p:sp>
        <p:nvSpPr>
          <p:cNvPr id="5" name="Nadpis 1"/>
          <p:cNvSpPr>
            <a:spLocks noGrp="1"/>
          </p:cNvSpPr>
          <p:nvPr>
            <p:ph type="ctrTitle" idx="4294967295"/>
          </p:nvPr>
        </p:nvSpPr>
        <p:spPr>
          <a:xfrm>
            <a:off x="300036" y="531233"/>
            <a:ext cx="11473353" cy="1694731"/>
          </a:xfrm>
        </p:spPr>
        <p:txBody>
          <a:bodyPr>
            <a:normAutofit/>
          </a:bodyPr>
          <a:lstStyle/>
          <a:p>
            <a:pPr algn="ctr"/>
            <a:r>
              <a:rPr lang="sk-SK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Pac-Man</a:t>
            </a:r>
          </a:p>
        </p:txBody>
      </p:sp>
      <p:sp>
        <p:nvSpPr>
          <p:cNvPr id="4" name="Podnadpis 7"/>
          <p:cNvSpPr>
            <a:spLocks noGrp="1"/>
          </p:cNvSpPr>
          <p:nvPr>
            <p:ph type="subTitle" idx="4294967295"/>
          </p:nvPr>
        </p:nvSpPr>
        <p:spPr>
          <a:xfrm>
            <a:off x="294956" y="2225964"/>
            <a:ext cx="11478433" cy="1431636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endParaRPr lang="sk-SK" sz="2000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446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objekt pre obrázok 4"/>
          <p:cNvSpPr>
            <a:spLocks noGrp="1"/>
          </p:cNvSpPr>
          <p:nvPr>
            <p:ph type="pic" idx="1"/>
          </p:nvPr>
        </p:nvSpPr>
        <p:spPr>
          <a:xfrm>
            <a:off x="0" y="0"/>
            <a:ext cx="12191999" cy="6223000"/>
          </a:xfrm>
        </p:spPr>
        <p:txBody>
          <a:bodyPr/>
          <a:lstStyle/>
          <a:p>
            <a:endParaRPr lang="sk-SK" noProof="0" dirty="0"/>
          </a:p>
        </p:txBody>
      </p:sp>
      <p:sp>
        <p:nvSpPr>
          <p:cNvPr id="4" name="Nadpis 3"/>
          <p:cNvSpPr>
            <a:spLocks noGrp="1"/>
          </p:cNvSpPr>
          <p:nvPr>
            <p:ph type="title"/>
          </p:nvPr>
        </p:nvSpPr>
        <p:spPr>
          <a:xfrm>
            <a:off x="385616" y="373834"/>
            <a:ext cx="10430022" cy="1325563"/>
          </a:xfrm>
        </p:spPr>
        <p:txBody>
          <a:bodyPr>
            <a:normAutofit/>
          </a:bodyPr>
          <a:lstStyle/>
          <a:p>
            <a:r>
              <a:rPr lang="sk-SK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sk-SK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k-SK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sk-SK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Predstavenie tímu</a:t>
            </a:r>
          </a:p>
        </p:txBody>
      </p:sp>
      <p:sp>
        <p:nvSpPr>
          <p:cNvPr id="6" name="Zástupný objekt pre číslo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sk-SK" noProof="0" smtClean="0"/>
              <a:pPr/>
              <a:t>2</a:t>
            </a:fld>
            <a:endParaRPr lang="sk-SK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7A0FB5-CC7D-4B45-8463-132727AFCE4E}"/>
              </a:ext>
            </a:extLst>
          </p:cNvPr>
          <p:cNvSpPr txBox="1"/>
          <p:nvPr/>
        </p:nvSpPr>
        <p:spPr>
          <a:xfrm>
            <a:off x="385616" y="1530036"/>
            <a:ext cx="1112602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sk-SK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Michal Chrobák (</a:t>
            </a:r>
            <a:r>
              <a:rPr lang="sk-SK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Vedúcko</a:t>
            </a:r>
            <a:r>
              <a:rPr lang="sk-SK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Charakteristika problému</a:t>
            </a:r>
          </a:p>
          <a:p>
            <a:pPr lvl="0"/>
            <a:endParaRPr lang="sk-SK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sk-SK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Alex Makovický - </a:t>
            </a:r>
            <a:r>
              <a:rPr lang="sk-SK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sk-SK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Popis modelu z </a:t>
            </a:r>
            <a:r>
              <a:rPr lang="sk-SK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sk-SK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k-SK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library</a:t>
            </a:r>
            <a:r>
              <a:rPr lang="sk-SK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 nástroji </a:t>
            </a:r>
            <a:r>
              <a:rPr lang="sk-SK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NetLogo</a:t>
            </a:r>
            <a:endParaRPr lang="sk-SK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sk-SK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sk-SK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Terézia Stankovičová - Zaujímavé poznatky získané z rôznych internetových encyklopédií (napr. Wikipédia - nezabudnite si poznačiť zdroj)</a:t>
            </a:r>
          </a:p>
          <a:p>
            <a:pPr lvl="0"/>
            <a:endParaRPr lang="sk-SK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sk-SK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Michal </a:t>
            </a:r>
            <a:r>
              <a:rPr lang="sk-SK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Kucka</a:t>
            </a:r>
            <a:r>
              <a:rPr lang="sk-SK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História/vývoj problému</a:t>
            </a:r>
          </a:p>
          <a:p>
            <a:pPr lvl="0"/>
            <a:endParaRPr lang="sk-SK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sk-SK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Matej Krupa - Popis ovládania modelu v nástroji </a:t>
            </a:r>
            <a:r>
              <a:rPr lang="sk-SK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NetLogo</a:t>
            </a:r>
            <a:endParaRPr lang="sk-SK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sk-SK" noProof="0" dirty="0"/>
          </a:p>
        </p:txBody>
      </p:sp>
    </p:spTree>
    <p:extLst>
      <p:ext uri="{BB962C8B-B14F-4D97-AF65-F5344CB8AC3E}">
        <p14:creationId xmlns:p14="http://schemas.microsoft.com/office/powerpoint/2010/main" val="791960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noProof="0" dirty="0">
                <a:latin typeface="Times New Roman" panose="02020603050405020304" pitchFamily="18" charset="0"/>
              </a:rPr>
              <a:t>Pac-man</a:t>
            </a:r>
          </a:p>
        </p:txBody>
      </p:sp>
      <p:sp>
        <p:nvSpPr>
          <p:cNvPr id="5" name="Zástupný objekt pre text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sk-SK" noProof="0" dirty="0"/>
              <a:t>(predstavenie projektu)</a:t>
            </a:r>
          </a:p>
          <a:p>
            <a:r>
              <a:rPr lang="sk-SK" noProof="0" dirty="0"/>
              <a:t>Čo to je</a:t>
            </a:r>
          </a:p>
          <a:p>
            <a:r>
              <a:rPr lang="sk-SK" noProof="0" dirty="0"/>
              <a:t>Hra, </a:t>
            </a:r>
          </a:p>
          <a:p>
            <a:r>
              <a:rPr lang="sk-SK" noProof="0" dirty="0"/>
              <a:t>Kde hráš za žltý kruh ktorý je bodky</a:t>
            </a:r>
          </a:p>
          <a:p>
            <a:r>
              <a:rPr lang="sk-SK" noProof="0" dirty="0"/>
              <a:t>Snažíš sa uhýbať duchom a získať čo najväčšie skóre </a:t>
            </a:r>
          </a:p>
          <a:p>
            <a:r>
              <a:rPr lang="sk-SK" noProof="0" dirty="0"/>
              <a:t>...</a:t>
            </a:r>
          </a:p>
        </p:txBody>
      </p:sp>
      <p:sp>
        <p:nvSpPr>
          <p:cNvPr id="6" name="Zástupný objekt pre text 5"/>
          <p:cNvSpPr>
            <a:spLocks noGrp="1"/>
          </p:cNvSpPr>
          <p:nvPr>
            <p:ph type="body" sz="quarter" idx="14"/>
          </p:nvPr>
        </p:nvSpPr>
        <p:spPr>
          <a:xfrm>
            <a:off x="6262339" y="1381125"/>
            <a:ext cx="5514975" cy="4446712"/>
          </a:xfrm>
        </p:spPr>
        <p:txBody>
          <a:bodyPr/>
          <a:lstStyle/>
          <a:p>
            <a:endParaRPr lang="sk-SK" noProof="0" dirty="0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sk-SK" noProof="0" smtClean="0"/>
              <a:pPr/>
              <a:t>3</a:t>
            </a:fld>
            <a:endParaRPr lang="sk-SK" noProof="0" dirty="0"/>
          </a:p>
        </p:txBody>
      </p:sp>
    </p:spTree>
    <p:extLst>
      <p:ext uri="{BB962C8B-B14F-4D97-AF65-F5344CB8AC3E}">
        <p14:creationId xmlns:p14="http://schemas.microsoft.com/office/powerpoint/2010/main" val="1555841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sk-SK" noProof="0" smtClean="0"/>
              <a:pPr/>
              <a:t>4</a:t>
            </a:fld>
            <a:endParaRPr lang="sk-SK" noProof="0" dirty="0"/>
          </a:p>
        </p:txBody>
      </p:sp>
      <p:sp>
        <p:nvSpPr>
          <p:cNvPr id="9" name="Nadpis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noProof="0" dirty="0"/>
              <a:t>Dokumentácia</a:t>
            </a:r>
          </a:p>
        </p:txBody>
      </p:sp>
      <p:sp>
        <p:nvSpPr>
          <p:cNvPr id="10" name="Zástupný objekt pre text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sk-SK" noProof="0" dirty="0"/>
              <a:t>???</a:t>
            </a:r>
          </a:p>
          <a:p>
            <a:r>
              <a:rPr lang="sk-SK" noProof="0" dirty="0"/>
              <a:t>jadro</a:t>
            </a:r>
          </a:p>
          <a:p>
            <a:pPr lvl="1"/>
            <a:r>
              <a:rPr lang="sk-SK" noProof="0" dirty="0"/>
              <a:t>jednotlivé časti dokumentácie</a:t>
            </a:r>
          </a:p>
        </p:txBody>
      </p:sp>
      <p:sp>
        <p:nvSpPr>
          <p:cNvPr id="11" name="Zástupný objekt pre obsah 10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sk-SK" noProof="0" dirty="0"/>
          </a:p>
        </p:txBody>
      </p:sp>
    </p:spTree>
    <p:extLst>
      <p:ext uri="{BB962C8B-B14F-4D97-AF65-F5344CB8AC3E}">
        <p14:creationId xmlns:p14="http://schemas.microsoft.com/office/powerpoint/2010/main" val="1771600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EFAEBFB4-66BE-0DF3-14F5-3BE15DBF6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1E3FBBF7-4951-CCD4-E261-F3B8CC31E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Popis modelu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06931343-61DC-A665-7464-BD213BBD0B9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074400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3AAAB754-2CF6-964B-1353-D1F43A6CF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F5C74934-7ECC-921C-1F81-F5FE440D7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Charakteristika problému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23753204-4F02-143A-7153-74C57E807BF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43663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C2328875-C21F-CB95-EDD3-4CB62B599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34C16E24-7C8F-003B-712C-C9CD1734F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História/vývoj problému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86D37962-84F1-144C-D0B1-BE9F7C8054B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94688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6A2613E0-F87A-03FD-B556-E315EB19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10A50B0F-5C97-63E8-AD26-525AE52D7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Zaujímavé poznatky získané z rôznych internetových encyklopédií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122943A5-9B4D-1C06-3435-72F72617FE2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15170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D8B71435-3FC2-D5DE-3A65-2D8B88474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D5715546-7A62-C346-CAEB-1F9DDAC65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Ovládanie modelu Pac-Man v nástroji </a:t>
            </a:r>
            <a:r>
              <a:rPr lang="sk-SK" dirty="0" err="1"/>
              <a:t>NetLogo</a:t>
            </a:r>
            <a:endParaRPr lang="sk-SK" dirty="0"/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FBB106BD-DCD8-B20A-2BEB-F5940D256ED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31757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478C5B67-E15C-E000-64E6-CAEDE1B7E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94103EB6-514C-46C9-A79D-9EA23DB42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Ciele projektu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1744887B-704F-5780-783D-02ACA707786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k-SK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Heads-up Display: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k-S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Nahradiť rušivé </a:t>
            </a:r>
            <a:r>
              <a:rPr lang="sk-SK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vyskakovacie</a:t>
            </a:r>
            <a:r>
              <a:rPr lang="sk-S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dialógové okná grafickým zobrazením stavu hry priamo v okne prostredia 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k-S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Vytvoriť prehľadnú lištu zobrazujúcu aktuálne skóre, počet životov a číslo aktuálnej úrovne.</a:t>
            </a:r>
          </a:p>
          <a:p>
            <a:endParaRPr lang="sk-SK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k-SK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Logika duchov: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Zlepšiť chovanie duchov v režime strachu po zjedení „</a:t>
            </a:r>
            <a:r>
              <a:rPr lang="sk-SK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lang="sk-S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k-SK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pellet</a:t>
            </a:r>
            <a:r>
              <a:rPr lang="sk-S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Vytvoriť pre každého ducha stratégiu správania.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Nahradiť náhodné blúdenie duchov logickým rozhodovaním.</a:t>
            </a:r>
          </a:p>
          <a:p>
            <a:endParaRPr lang="sk-SK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k-SK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Hrateľnosť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Odstrániť náhodné liahnutie bonusových </a:t>
            </a:r>
            <a:r>
              <a:rPr lang="sk-SK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bonusových</a:t>
            </a:r>
            <a:r>
              <a:rPr lang="sk-S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hviezdičiek po celej ploche a ukotviť ich výskyt na jednu pozíciu v strede.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sk-SK" sz="1800" dirty="0"/>
          </a:p>
        </p:txBody>
      </p:sp>
    </p:spTree>
    <p:extLst>
      <p:ext uri="{BB962C8B-B14F-4D97-AF65-F5344CB8AC3E}">
        <p14:creationId xmlns:p14="http://schemas.microsoft.com/office/powerpoint/2010/main" val="1915331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sk-SK" noProof="0" smtClean="0"/>
              <a:pPr/>
              <a:t>11</a:t>
            </a:fld>
            <a:endParaRPr lang="sk-SK" noProof="0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A916C4C1-E760-E7B9-EF4C-632FEBB69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noProof="0" dirty="0"/>
              <a:t>Časový plán</a:t>
            </a:r>
          </a:p>
        </p:txBody>
      </p:sp>
      <p:graphicFrame>
        <p:nvGraphicFramePr>
          <p:cNvPr id="7" name="Zástupný objekt pre obsah 6">
            <a:extLst>
              <a:ext uri="{FF2B5EF4-FFF2-40B4-BE49-F238E27FC236}">
                <a16:creationId xmlns:a16="http://schemas.microsoft.com/office/drawing/2014/main" id="{C3794A5D-4BE2-526F-F52E-D9D4D286368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552891991"/>
              </p:ext>
            </p:extLst>
          </p:nvPr>
        </p:nvGraphicFramePr>
        <p:xfrm>
          <a:off x="371475" y="1354137"/>
          <a:ext cx="11513038" cy="4531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9772">
                  <a:extLst>
                    <a:ext uri="{9D8B030D-6E8A-4147-A177-3AD203B41FA5}">
                      <a16:colId xmlns:a16="http://schemas.microsoft.com/office/drawing/2014/main" val="4100385411"/>
                    </a:ext>
                  </a:extLst>
                </a:gridCol>
                <a:gridCol w="3129874">
                  <a:extLst>
                    <a:ext uri="{9D8B030D-6E8A-4147-A177-3AD203B41FA5}">
                      <a16:colId xmlns:a16="http://schemas.microsoft.com/office/drawing/2014/main" val="299767186"/>
                    </a:ext>
                  </a:extLst>
                </a:gridCol>
                <a:gridCol w="1535848">
                  <a:extLst>
                    <a:ext uri="{9D8B030D-6E8A-4147-A177-3AD203B41FA5}">
                      <a16:colId xmlns:a16="http://schemas.microsoft.com/office/drawing/2014/main" val="1734126949"/>
                    </a:ext>
                  </a:extLst>
                </a:gridCol>
                <a:gridCol w="1535848">
                  <a:extLst>
                    <a:ext uri="{9D8B030D-6E8A-4147-A177-3AD203B41FA5}">
                      <a16:colId xmlns:a16="http://schemas.microsoft.com/office/drawing/2014/main" val="4008701263"/>
                    </a:ext>
                  </a:extLst>
                </a:gridCol>
                <a:gridCol w="1535848">
                  <a:extLst>
                    <a:ext uri="{9D8B030D-6E8A-4147-A177-3AD203B41FA5}">
                      <a16:colId xmlns:a16="http://schemas.microsoft.com/office/drawing/2014/main" val="3021143771"/>
                    </a:ext>
                  </a:extLst>
                </a:gridCol>
                <a:gridCol w="1535848">
                  <a:extLst>
                    <a:ext uri="{9D8B030D-6E8A-4147-A177-3AD203B41FA5}">
                      <a16:colId xmlns:a16="http://schemas.microsoft.com/office/drawing/2014/main" val="1608257967"/>
                    </a:ext>
                  </a:extLst>
                </a:gridCol>
              </a:tblGrid>
              <a:tr h="674299"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noProof="0" dirty="0"/>
                        <a:t>Október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sk-SK" noProof="0" dirty="0"/>
                        <a:t>November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446196"/>
                  </a:ext>
                </a:extLst>
              </a:tr>
              <a:tr h="486164"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600" noProof="0" dirty="0">
                          <a:solidFill>
                            <a:srgbClr val="000000"/>
                          </a:solidFill>
                        </a:rPr>
                        <a:t>Týždeň 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600" noProof="0" dirty="0">
                          <a:solidFill>
                            <a:srgbClr val="000000"/>
                          </a:solidFill>
                        </a:rPr>
                        <a:t>Týždeň 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600" noProof="0" dirty="0">
                          <a:solidFill>
                            <a:srgbClr val="000000"/>
                          </a:solidFill>
                        </a:rPr>
                        <a:t>Týždeň 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600" noProof="0" dirty="0">
                          <a:solidFill>
                            <a:srgbClr val="000000"/>
                          </a:solidFill>
                        </a:rPr>
                        <a:t>Týždeň 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600" noProof="0" dirty="0">
                          <a:solidFill>
                            <a:srgbClr val="000000"/>
                          </a:solidFill>
                        </a:rPr>
                        <a:t>Týždeň 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196374"/>
                  </a:ext>
                </a:extLst>
              </a:tr>
              <a:tr h="674299">
                <a:tc>
                  <a:txBody>
                    <a:bodyPr/>
                    <a:lstStyle/>
                    <a:p>
                      <a:r>
                        <a:rPr lang="sk-SK" noProof="0" dirty="0">
                          <a:solidFill>
                            <a:schemeClr val="bg1"/>
                          </a:solidFill>
                        </a:rPr>
                        <a:t>Analýza a baseline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372009"/>
                  </a:ext>
                </a:extLst>
              </a:tr>
              <a:tr h="674299">
                <a:tc>
                  <a:txBody>
                    <a:bodyPr/>
                    <a:lstStyle/>
                    <a:p>
                      <a:r>
                        <a:rPr lang="sk-SK" noProof="0" dirty="0">
                          <a:solidFill>
                            <a:schemeClr val="bg1"/>
                          </a:solidFill>
                        </a:rPr>
                        <a:t>Logika duchov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014118"/>
                  </a:ext>
                </a:extLst>
              </a:tr>
              <a:tr h="674299">
                <a:tc>
                  <a:txBody>
                    <a:bodyPr/>
                    <a:lstStyle/>
                    <a:p>
                      <a:r>
                        <a:rPr lang="sk-SK" noProof="0" dirty="0">
                          <a:solidFill>
                            <a:schemeClr val="bg1"/>
                          </a:solidFill>
                        </a:rPr>
                        <a:t>GUI a skóre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975341"/>
                  </a:ext>
                </a:extLst>
              </a:tr>
              <a:tr h="674299">
                <a:tc>
                  <a:txBody>
                    <a:bodyPr/>
                    <a:lstStyle/>
                    <a:p>
                      <a:r>
                        <a:rPr lang="sk-SK" noProof="0" dirty="0">
                          <a:solidFill>
                            <a:schemeClr val="bg1"/>
                          </a:solidFill>
                        </a:rPr>
                        <a:t>Optimalizácia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529081"/>
                  </a:ext>
                </a:extLst>
              </a:tr>
              <a:tr h="674299">
                <a:tc>
                  <a:txBody>
                    <a:bodyPr/>
                    <a:lstStyle/>
                    <a:p>
                      <a:r>
                        <a:rPr lang="sk-SK" noProof="0" dirty="0">
                          <a:solidFill>
                            <a:schemeClr val="bg1"/>
                          </a:solidFill>
                        </a:rPr>
                        <a:t>Testy a dokumentácia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noProof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90912"/>
                  </a:ext>
                </a:extLst>
              </a:tr>
            </a:tbl>
          </a:graphicData>
        </a:graphic>
      </p:graphicFrame>
      <p:sp>
        <p:nvSpPr>
          <p:cNvPr id="12" name="Šípka: päťuholník 11">
            <a:extLst>
              <a:ext uri="{FF2B5EF4-FFF2-40B4-BE49-F238E27FC236}">
                <a16:creationId xmlns:a16="http://schemas.microsoft.com/office/drawing/2014/main" id="{3B2A4AE7-D801-41A0-A779-9D4D26461490}"/>
              </a:ext>
            </a:extLst>
          </p:cNvPr>
          <p:cNvSpPr/>
          <p:nvPr/>
        </p:nvSpPr>
        <p:spPr>
          <a:xfrm>
            <a:off x="4637313" y="2657832"/>
            <a:ext cx="1975757" cy="453096"/>
          </a:xfrm>
          <a:prstGeom prst="homePlat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1400" dirty="0"/>
              <a:t>schéma kódu, nájdenie „chybných“ častí</a:t>
            </a:r>
            <a:endParaRPr lang="sk-SK" sz="1400" noProof="0" dirty="0"/>
          </a:p>
        </p:txBody>
      </p:sp>
      <p:sp>
        <p:nvSpPr>
          <p:cNvPr id="22" name="Šípka: päťuholník 21">
            <a:extLst>
              <a:ext uri="{FF2B5EF4-FFF2-40B4-BE49-F238E27FC236}">
                <a16:creationId xmlns:a16="http://schemas.microsoft.com/office/drawing/2014/main" id="{818F3E83-599E-3040-FDCC-F7A8846E9C9E}"/>
              </a:ext>
            </a:extLst>
          </p:cNvPr>
          <p:cNvSpPr/>
          <p:nvPr/>
        </p:nvSpPr>
        <p:spPr>
          <a:xfrm>
            <a:off x="5903563" y="3329756"/>
            <a:ext cx="2636280" cy="424543"/>
          </a:xfrm>
          <a:prstGeom prst="homePlate">
            <a:avLst/>
          </a:prstGeom>
          <a:solidFill>
            <a:srgbClr val="FF6A1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1400" noProof="0" dirty="0"/>
              <a:t>úprava správania duchov</a:t>
            </a:r>
          </a:p>
        </p:txBody>
      </p:sp>
      <p:sp>
        <p:nvSpPr>
          <p:cNvPr id="24" name="Šípka: päťuholník 23">
            <a:extLst>
              <a:ext uri="{FF2B5EF4-FFF2-40B4-BE49-F238E27FC236}">
                <a16:creationId xmlns:a16="http://schemas.microsoft.com/office/drawing/2014/main" id="{AC98CB8B-7CBC-F228-EF50-D758CAB8193F}"/>
              </a:ext>
            </a:extLst>
          </p:cNvPr>
          <p:cNvSpPr/>
          <p:nvPr/>
        </p:nvSpPr>
        <p:spPr>
          <a:xfrm>
            <a:off x="7329068" y="3973127"/>
            <a:ext cx="2288461" cy="391886"/>
          </a:xfrm>
          <a:prstGeom prst="homePlat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1400" noProof="0" dirty="0"/>
              <a:t>monitory Score/</a:t>
            </a:r>
            <a:r>
              <a:rPr lang="sk-SK" sz="1400" dirty="0"/>
              <a:t>L</a:t>
            </a:r>
            <a:r>
              <a:rPr lang="sk-SK" sz="1400" noProof="0" dirty="0" err="1"/>
              <a:t>ives</a:t>
            </a:r>
            <a:r>
              <a:rPr lang="sk-SK" sz="1400" noProof="0" dirty="0"/>
              <a:t>/Level</a:t>
            </a:r>
          </a:p>
        </p:txBody>
      </p:sp>
      <p:sp>
        <p:nvSpPr>
          <p:cNvPr id="26" name="Šípka: päťuholník 25">
            <a:extLst>
              <a:ext uri="{FF2B5EF4-FFF2-40B4-BE49-F238E27FC236}">
                <a16:creationId xmlns:a16="http://schemas.microsoft.com/office/drawing/2014/main" id="{2E770628-92D7-B02F-B8F4-DDBB89093050}"/>
              </a:ext>
            </a:extLst>
          </p:cNvPr>
          <p:cNvSpPr/>
          <p:nvPr/>
        </p:nvSpPr>
        <p:spPr>
          <a:xfrm>
            <a:off x="8909958" y="4675415"/>
            <a:ext cx="1866899" cy="391886"/>
          </a:xfrm>
          <a:prstGeom prst="homePlat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1400" noProof="0" dirty="0"/>
              <a:t>Merania pred a po, plynulejšia hra</a:t>
            </a:r>
          </a:p>
        </p:txBody>
      </p:sp>
      <p:sp>
        <p:nvSpPr>
          <p:cNvPr id="28" name="Šípka: päťuholník 27">
            <a:extLst>
              <a:ext uri="{FF2B5EF4-FFF2-40B4-BE49-F238E27FC236}">
                <a16:creationId xmlns:a16="http://schemas.microsoft.com/office/drawing/2014/main" id="{BDE7EA5B-45B6-500E-E32F-B97449CDE8E2}"/>
              </a:ext>
            </a:extLst>
          </p:cNvPr>
          <p:cNvSpPr/>
          <p:nvPr/>
        </p:nvSpPr>
        <p:spPr>
          <a:xfrm>
            <a:off x="10454369" y="5255797"/>
            <a:ext cx="1366156" cy="567033"/>
          </a:xfrm>
          <a:prstGeom prst="homePlate">
            <a:avLst/>
          </a:prstGeom>
          <a:solidFill>
            <a:srgbClr val="D9027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1400" noProof="0" dirty="0"/>
              <a:t>Dokončenie dokumentácie a prezentácie</a:t>
            </a:r>
          </a:p>
        </p:txBody>
      </p:sp>
    </p:spTree>
    <p:extLst>
      <p:ext uri="{BB962C8B-B14F-4D97-AF65-F5344CB8AC3E}">
        <p14:creationId xmlns:p14="http://schemas.microsoft.com/office/powerpoint/2010/main" val="2781028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sk-SK" noProof="0" smtClean="0"/>
              <a:pPr/>
              <a:t>12</a:t>
            </a:fld>
            <a:endParaRPr lang="sk-SK" noProof="0" dirty="0"/>
          </a:p>
        </p:txBody>
      </p:sp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 noProof="0" dirty="0"/>
          </a:p>
        </p:txBody>
      </p:sp>
      <p:sp>
        <p:nvSpPr>
          <p:cNvPr id="4" name="Zástupný objekt pre text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sk-SK" noProof="0" dirty="0"/>
              <a:t>(ciele projektu)</a:t>
            </a:r>
          </a:p>
          <a:p>
            <a:r>
              <a:rPr lang="sk-SK" noProof="0" dirty="0"/>
              <a:t>Čo chceme urobiť</a:t>
            </a:r>
          </a:p>
          <a:p>
            <a:r>
              <a:rPr lang="sk-SK" noProof="0" dirty="0"/>
              <a:t>Optimalizáciu – presne ciele</a:t>
            </a:r>
          </a:p>
          <a:p>
            <a:r>
              <a:rPr lang="sk-SK" noProof="0" dirty="0"/>
              <a:t>GUI a Skóre</a:t>
            </a:r>
          </a:p>
          <a:p>
            <a:r>
              <a:rPr lang="sk-SK" noProof="0" dirty="0"/>
              <a:t>Fungovanie zvyšovania levelov  </a:t>
            </a:r>
          </a:p>
        </p:txBody>
      </p:sp>
      <p:sp>
        <p:nvSpPr>
          <p:cNvPr id="5" name="Zástupný objekt pre obsah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sk-SK" noProof="0" dirty="0"/>
          </a:p>
        </p:txBody>
      </p:sp>
      <p:sp>
        <p:nvSpPr>
          <p:cNvPr id="11" name="Zástupný objekt pre obsah 10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sk-SK" noProof="0" dirty="0"/>
          </a:p>
        </p:txBody>
      </p:sp>
      <p:sp>
        <p:nvSpPr>
          <p:cNvPr id="12" name="Zástupný objekt pre obsah 11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sk-SK" noProof="0" dirty="0"/>
          </a:p>
        </p:txBody>
      </p:sp>
    </p:spTree>
    <p:extLst>
      <p:ext uri="{BB962C8B-B14F-4D97-AF65-F5344CB8AC3E}">
        <p14:creationId xmlns:p14="http://schemas.microsoft.com/office/powerpoint/2010/main" val="1079690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29DAD8-D983-BE19-AB13-FBFDFA370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sk-SK" noProof="0" smtClean="0"/>
              <a:pPr/>
              <a:t>13</a:t>
            </a:fld>
            <a:endParaRPr lang="sk-SK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B8186C-38DE-C348-D84A-E0939BAF8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E7D6F4-E6DD-CE7D-63E2-606F37A3B14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sk-SK" noProof="0" dirty="0"/>
              <a:t>Zaver? Alebo rovno Ďakujem</a:t>
            </a:r>
            <a:r>
              <a:rPr lang="en-US" noProof="0" dirty="0"/>
              <a:t>e</a:t>
            </a:r>
            <a:r>
              <a:rPr lang="sk-SK" noProof="0" dirty="0"/>
              <a:t> za pozornosť </a:t>
            </a:r>
          </a:p>
        </p:txBody>
      </p:sp>
    </p:spTree>
    <p:extLst>
      <p:ext uri="{BB962C8B-B14F-4D97-AF65-F5344CB8AC3E}">
        <p14:creationId xmlns:p14="http://schemas.microsoft.com/office/powerpoint/2010/main" val="3131815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17BC4DF5-D0E5-05DB-797E-C06C3C4A0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6A43BD82-44D7-C273-F404-532EB4AF7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Záver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9D5CEF6F-D526-78D9-5EAA-3605D1F380E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42081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5C1A76CA-266A-06E7-E9E2-2492A2CBF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90D1AA6F-4165-10D9-4D74-C336AD537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5611" y="2977686"/>
            <a:ext cx="11449050" cy="902627"/>
          </a:xfrm>
        </p:spPr>
        <p:txBody>
          <a:bodyPr/>
          <a:lstStyle/>
          <a:p>
            <a:r>
              <a:rPr lang="sk-SK" dirty="0"/>
              <a:t>Ďakujeme za pozornosť</a:t>
            </a:r>
          </a:p>
        </p:txBody>
      </p:sp>
    </p:spTree>
    <p:extLst>
      <p:ext uri="{BB962C8B-B14F-4D97-AF65-F5344CB8AC3E}">
        <p14:creationId xmlns:p14="http://schemas.microsoft.com/office/powerpoint/2010/main" val="3406865154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balíka Office">
  <a:themeElements>
    <a:clrScheme name="Vlastné 1">
      <a:dk1>
        <a:srgbClr val="002D72"/>
      </a:dk1>
      <a:lt1>
        <a:sysClr val="window" lastClr="FFFFFF"/>
      </a:lt1>
      <a:dk2>
        <a:srgbClr val="002D72"/>
      </a:dk2>
      <a:lt2>
        <a:srgbClr val="E7E6E6"/>
      </a:lt2>
      <a:accent1>
        <a:srgbClr val="002D72"/>
      </a:accent1>
      <a:accent2>
        <a:srgbClr val="A1A5C8"/>
      </a:accent2>
      <a:accent3>
        <a:srgbClr val="3E5698"/>
      </a:accent3>
      <a:accent4>
        <a:srgbClr val="6CACE4"/>
      </a:accent4>
      <a:accent5>
        <a:srgbClr val="A9C9EB"/>
      </a:accent5>
      <a:accent6>
        <a:srgbClr val="AEABA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ív balík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910</TotalTime>
  <Words>308</Words>
  <Application>Microsoft Office PowerPoint</Application>
  <PresentationFormat>Širokouhlá</PresentationFormat>
  <Paragraphs>86</Paragraphs>
  <Slides>15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Motív balíka Office</vt:lpstr>
      <vt:lpstr>Pac-Man</vt:lpstr>
      <vt:lpstr>TEAM 2 – Predstavenie tímu</vt:lpstr>
      <vt:lpstr>Pac-man</vt:lpstr>
      <vt:lpstr>Dokumentácia</vt:lpstr>
      <vt:lpstr>Popis modelu</vt:lpstr>
      <vt:lpstr>Charakteristika problému</vt:lpstr>
      <vt:lpstr>História/vývoj problému</vt:lpstr>
      <vt:lpstr>Zaujímavé poznatky získané z rôznych internetových encyklopédií</vt:lpstr>
      <vt:lpstr>Ovládanie modelu Pac-Man v nástroji NetLogo</vt:lpstr>
      <vt:lpstr>Ciele projektu</vt:lpstr>
      <vt:lpstr>Časový plán</vt:lpstr>
      <vt:lpstr>Prezentácia programu PowerPoint</vt:lpstr>
      <vt:lpstr>Prezentácia programu PowerPoint</vt:lpstr>
      <vt:lpstr>Záver</vt:lpstr>
      <vt:lpstr>Ďakujeme za pozornosť</vt:lpstr>
    </vt:vector>
  </TitlesOfParts>
  <Company>ATC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Prezentácia programu PowerPoint</dc:title>
  <dc:creator>XI</dc:creator>
  <cp:lastModifiedBy>STUD - Michal Kucka</cp:lastModifiedBy>
  <cp:revision>64</cp:revision>
  <dcterms:created xsi:type="dcterms:W3CDTF">2021-04-12T06:48:28Z</dcterms:created>
  <dcterms:modified xsi:type="dcterms:W3CDTF">2026-10-30T07:31:15Z</dcterms:modified>
</cp:coreProperties>
</file>