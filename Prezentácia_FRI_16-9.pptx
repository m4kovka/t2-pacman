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64" r:id="rId4"/>
    <p:sldId id="259" r:id="rId5"/>
    <p:sldId id="260" r:id="rId6"/>
    <p:sldId id="261" r:id="rId7"/>
    <p:sldId id="265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B81C"/>
    <a:srgbClr val="D9027D"/>
    <a:srgbClr val="002D72"/>
    <a:srgbClr val="FF6A14"/>
    <a:srgbClr val="777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6" autoAdjust="0"/>
    <p:restoredTop sz="94660"/>
  </p:normalViewPr>
  <p:slideViewPr>
    <p:cSldViewPr snapToGrid="0">
      <p:cViewPr varScale="1">
        <p:scale>
          <a:sx n="146" d="100"/>
          <a:sy n="146" d="100"/>
        </p:scale>
        <p:origin x="84" y="58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_rok_programu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k-SK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8346478314781515"/>
          <c:y val="0.19638879375493556"/>
          <c:w val="0.70650339237505078"/>
          <c:h val="0.7133018023245392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Hárok1!$B$1</c:f>
              <c:strCache>
                <c:ptCount val="1"/>
                <c:pt idx="0">
                  <c:v>Rad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C9-4BDC-BCD6-5CAA05510275}"/>
            </c:ext>
          </c:extLst>
        </c:ser>
        <c:ser>
          <c:idx val="1"/>
          <c:order val="1"/>
          <c:tx>
            <c:strRef>
              <c:f>Hárok1!$C$1</c:f>
              <c:strCache>
                <c:ptCount val="1"/>
                <c:pt idx="0">
                  <c:v>Rad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C9-4BDC-BCD6-5CAA05510275}"/>
            </c:ext>
          </c:extLst>
        </c:ser>
        <c:ser>
          <c:idx val="2"/>
          <c:order val="2"/>
          <c:tx>
            <c:strRef>
              <c:f>Hárok1!$D$1</c:f>
              <c:strCache>
                <c:ptCount val="1"/>
                <c:pt idx="0">
                  <c:v>Rad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Hárok1!$A$2:$A$5</c:f>
              <c:strCache>
                <c:ptCount val="4"/>
                <c:pt idx="0">
                  <c:v>Kategória 1</c:v>
                </c:pt>
                <c:pt idx="1">
                  <c:v>Kategória 2</c:v>
                </c:pt>
                <c:pt idx="2">
                  <c:v>Kategória 3</c:v>
                </c:pt>
                <c:pt idx="3">
                  <c:v>Kategória 4</c:v>
                </c:pt>
              </c:strCache>
            </c:strRef>
          </c:cat>
          <c:val>
            <c:numRef>
              <c:f>Hárok1!$D$2:$D$5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C9-4BDC-BCD6-5CAA055102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0"/>
        <c:overlap val="-13"/>
        <c:axId val="2053996144"/>
        <c:axId val="2053996560"/>
      </c:barChart>
      <c:catAx>
        <c:axId val="205399614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t" anchorCtr="0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560"/>
        <c:crosses val="autoZero"/>
        <c:auto val="1"/>
        <c:lblAlgn val="ctr"/>
        <c:lblOffset val="100"/>
        <c:noMultiLvlLbl val="0"/>
      </c:catAx>
      <c:valAx>
        <c:axId val="205399656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rgbClr val="777777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5399614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"/>
          <c:y val="7.5403180359500971E-4"/>
          <c:w val="6.9352279060550456E-2"/>
          <c:h val="0.19313419858730507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t" anchorCtr="0"/>
        <a:lstStyle/>
        <a:p>
          <a:pPr>
            <a:defRPr sz="1350" b="0" i="0" u="none" strike="noStrike" kern="1200" baseline="0">
              <a:solidFill>
                <a:srgbClr val="777777"/>
              </a:solidFill>
              <a:latin typeface="Arial" panose="020B060402020202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F1F174-C4BC-460C-9DE8-4EBD38507E38}" type="datetimeFigureOut">
              <a:rPr lang="en-US" smtClean="0"/>
              <a:t>6/23/2021</a:t>
            </a:fld>
            <a:endParaRPr lang="en-US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/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7A0BC-2C49-4A47-BF6B-7B2A430116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94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Úvodná snímka"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rázo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654" y="5797126"/>
            <a:ext cx="2707244" cy="897467"/>
          </a:xfrm>
          <a:prstGeom prst="rect">
            <a:avLst/>
          </a:prstGeom>
        </p:spPr>
      </p:pic>
      <p:sp>
        <p:nvSpPr>
          <p:cNvPr id="4" name="Nadpis 1"/>
          <p:cNvSpPr>
            <a:spLocks noGrp="1"/>
          </p:cNvSpPr>
          <p:nvPr>
            <p:ph type="ctrTitle" idx="4294967295"/>
          </p:nvPr>
        </p:nvSpPr>
        <p:spPr>
          <a:xfrm>
            <a:off x="300037" y="531233"/>
            <a:ext cx="11473353" cy="1694731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Podnadpis 2"/>
          <p:cNvSpPr>
            <a:spLocks noGrp="1"/>
          </p:cNvSpPr>
          <p:nvPr>
            <p:ph type="subTitle" idx="4294967295"/>
          </p:nvPr>
        </p:nvSpPr>
        <p:spPr>
          <a:xfrm>
            <a:off x="300037" y="2237643"/>
            <a:ext cx="11473353" cy="958524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06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ozloženie obsahu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rázok 2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>
            <a:lvl1pPr algn="ctr"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predelového snímku</a:t>
            </a:r>
            <a:br>
              <a:rPr lang="sk-SK" dirty="0" smtClean="0"/>
            </a:br>
            <a:r>
              <a:rPr lang="sk-SK" dirty="0" smtClean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596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Zástupný objekt pre obrázok 2"/>
          <p:cNvSpPr>
            <a:spLocks noGrp="1"/>
          </p:cNvSpPr>
          <p:nvPr>
            <p:ph type="pic" idx="1"/>
          </p:nvPr>
        </p:nvSpPr>
        <p:spPr>
          <a:xfrm>
            <a:off x="1" y="0"/>
            <a:ext cx="12191999" cy="622717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6" y="373834"/>
            <a:ext cx="10515600" cy="1325563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predelového snímku</a:t>
            </a:r>
            <a:br>
              <a:rPr lang="sk-SK" dirty="0" smtClean="0"/>
            </a:br>
            <a:r>
              <a:rPr lang="sk-SK" dirty="0" smtClean="0"/>
              <a:t>do dvoch riadkov s fotografiou na pozadí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055241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355954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744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5514975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 smtClean="0"/>
              <a:t>Upraviť štýly predlohy textu</a:t>
            </a:r>
          </a:p>
          <a:p>
            <a:pPr lvl="1"/>
            <a:r>
              <a:rPr lang="sk-SK" dirty="0" smtClean="0"/>
              <a:t>Druhá úroveň</a:t>
            </a:r>
          </a:p>
          <a:p>
            <a:pPr lvl="2"/>
            <a:r>
              <a:rPr lang="sk-SK" dirty="0" smtClean="0"/>
              <a:t>Tretia úroveň</a:t>
            </a:r>
          </a:p>
          <a:p>
            <a:pPr lvl="3"/>
            <a:r>
              <a:rPr lang="sk-SK" dirty="0" smtClean="0"/>
              <a:t>Štvrtá úroveň</a:t>
            </a:r>
          </a:p>
          <a:p>
            <a:pPr lvl="4"/>
            <a:r>
              <a:rPr lang="sk-SK" dirty="0" smtClean="0"/>
              <a:t>Piata úroveň</a:t>
            </a:r>
            <a:endParaRPr lang="en-US" dirty="0"/>
          </a:p>
        </p:txBody>
      </p:sp>
      <p:sp>
        <p:nvSpPr>
          <p:cNvPr id="13" name="Zástupný objekt pre text 2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58186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 smtClean="0"/>
              <a:t>Upraviť štýly predlohy textu</a:t>
            </a:r>
          </a:p>
          <a:p>
            <a:pPr lvl="1"/>
            <a:r>
              <a:rPr lang="sk-SK" dirty="0" smtClean="0"/>
              <a:t>Druhá úroveň</a:t>
            </a:r>
          </a:p>
          <a:p>
            <a:pPr lvl="2"/>
            <a:r>
              <a:rPr lang="sk-SK" dirty="0" smtClean="0"/>
              <a:t>Tretia úroveň</a:t>
            </a:r>
          </a:p>
          <a:p>
            <a:pPr lvl="3"/>
            <a:r>
              <a:rPr lang="sk-SK" dirty="0" smtClean="0"/>
              <a:t>Štvrtá úroveň</a:t>
            </a:r>
          </a:p>
          <a:p>
            <a:pPr lvl="4"/>
            <a:r>
              <a:rPr lang="sk-SK" dirty="0" smtClean="0"/>
              <a:t>Piata úroveň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865495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 userDrawn="1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prezentačného snímku</a:t>
            </a:r>
            <a:endParaRPr lang="en-US" dirty="0"/>
          </a:p>
        </p:txBody>
      </p:sp>
      <p:sp>
        <p:nvSpPr>
          <p:cNvPr id="4" name="Zástupný objekt pre obsah 3"/>
          <p:cNvSpPr>
            <a:spLocks noGrp="1"/>
          </p:cNvSpPr>
          <p:nvPr>
            <p:ph sz="quarter" idx="13" hasCustomPrompt="1"/>
          </p:nvPr>
        </p:nvSpPr>
        <p:spPr>
          <a:xfrm>
            <a:off x="371475" y="1354138"/>
            <a:ext cx="11449050" cy="447369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 smtClean="0">
                <a:latin typeface="Arial" panose="020B0604020202020204" pitchFamily="34" charset="0"/>
                <a:cs typeface="Arial" panose="020B0604020202020204" pitchFamily="34" charset="0"/>
              </a:rPr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12204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373834"/>
            <a:ext cx="11434910" cy="619055"/>
          </a:xfrm>
        </p:spPr>
        <p:txBody>
          <a:bodyPr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prezentačného snímku</a:t>
            </a:r>
            <a:endParaRPr lang="en-US" dirty="0"/>
          </a:p>
        </p:txBody>
      </p:sp>
      <p:graphicFrame>
        <p:nvGraphicFramePr>
          <p:cNvPr id="5" name="Graf 4"/>
          <p:cNvGraphicFramePr/>
          <p:nvPr userDrawn="1">
            <p:extLst>
              <p:ext uri="{D42A27DB-BD31-4B8C-83A1-F6EECF244321}">
                <p14:modId xmlns:p14="http://schemas.microsoft.com/office/powerpoint/2010/main" val="2832957957"/>
              </p:ext>
            </p:extLst>
          </p:nvPr>
        </p:nvGraphicFramePr>
        <p:xfrm>
          <a:off x="385616" y="1217900"/>
          <a:ext cx="11434909" cy="42396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87970096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902627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474344"/>
            <a:ext cx="4585122" cy="4334319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 smtClean="0"/>
              <a:t>Upraviť štýly predlohy textu</a:t>
            </a:r>
          </a:p>
          <a:p>
            <a:pPr lvl="1"/>
            <a:r>
              <a:rPr lang="sk-SK" dirty="0" smtClean="0"/>
              <a:t>Druhá úroveň</a:t>
            </a:r>
          </a:p>
          <a:p>
            <a:pPr lvl="2"/>
            <a:r>
              <a:rPr lang="sk-SK" dirty="0" smtClean="0"/>
              <a:t>Tretia úroveň</a:t>
            </a:r>
          </a:p>
          <a:p>
            <a:pPr lvl="3"/>
            <a:r>
              <a:rPr lang="sk-SK" dirty="0" smtClean="0"/>
              <a:t>Štvrtá úroveň</a:t>
            </a:r>
          </a:p>
          <a:p>
            <a:pPr lvl="4"/>
            <a:r>
              <a:rPr lang="sk-SK" dirty="0" smtClean="0"/>
              <a:t>Piata úroveň</a:t>
            </a:r>
            <a:endParaRPr lang="en-US" dirty="0"/>
          </a:p>
        </p:txBody>
      </p:sp>
      <p:sp>
        <p:nvSpPr>
          <p:cNvPr id="8" name="Zástupný objekt pre obsah 7"/>
          <p:cNvSpPr>
            <a:spLocks noGrp="1"/>
          </p:cNvSpPr>
          <p:nvPr>
            <p:ph sz="quarter" idx="14" hasCustomPrompt="1"/>
          </p:nvPr>
        </p:nvSpPr>
        <p:spPr>
          <a:xfrm>
            <a:off x="5097463" y="427038"/>
            <a:ext cx="6723062" cy="53816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sk-SK" dirty="0" smtClean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769815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85615" y="427766"/>
            <a:ext cx="4570981" cy="820508"/>
          </a:xfrm>
        </p:spPr>
        <p:txBody>
          <a:bodyPr anchor="t">
            <a:normAutofit/>
          </a:bodyPr>
          <a:lstStyle>
            <a:lvl1pPr>
              <a:defRPr sz="28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prezentačného snímku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sz="quarter" idx="13"/>
          </p:nvPr>
        </p:nvSpPr>
        <p:spPr>
          <a:xfrm>
            <a:off x="371475" y="1381125"/>
            <a:ext cx="4585122" cy="4427538"/>
          </a:xfrm>
        </p:spPr>
        <p:txBody>
          <a:bodyPr/>
          <a:lstStyle>
            <a:lvl1pPr marL="228600" indent="-228600">
              <a:buSzPct val="90000"/>
              <a:buFont typeface="Arial" panose="020B0604020202020204" pitchFamily="34" charset="0"/>
              <a:buChar char="•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SzPct val="80000"/>
              <a:defRPr sz="2400"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SzPct val="80000"/>
              <a:defRPr>
                <a:solidFill>
                  <a:srgbClr val="77777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 smtClean="0"/>
              <a:t>Upraviť štýly predlohy textu</a:t>
            </a:r>
          </a:p>
          <a:p>
            <a:pPr lvl="1"/>
            <a:r>
              <a:rPr lang="sk-SK" dirty="0" smtClean="0"/>
              <a:t>Druhá úroveň</a:t>
            </a:r>
          </a:p>
          <a:p>
            <a:pPr lvl="2"/>
            <a:r>
              <a:rPr lang="sk-SK" dirty="0" smtClean="0"/>
              <a:t>Tretia úroveň</a:t>
            </a:r>
          </a:p>
          <a:p>
            <a:pPr lvl="3"/>
            <a:r>
              <a:rPr lang="sk-SK" dirty="0" smtClean="0"/>
              <a:t>Štvrtá úroveň</a:t>
            </a:r>
          </a:p>
          <a:p>
            <a:pPr lvl="4"/>
            <a:r>
              <a:rPr lang="sk-SK" dirty="0" smtClean="0"/>
              <a:t>Piata úroveň</a:t>
            </a:r>
            <a:endParaRPr lang="en-US" dirty="0"/>
          </a:p>
        </p:txBody>
      </p:sp>
      <p:sp>
        <p:nvSpPr>
          <p:cNvPr id="6" name="Zástupný objekt pre obsah 5"/>
          <p:cNvSpPr>
            <a:spLocks noGrp="1"/>
          </p:cNvSpPr>
          <p:nvPr>
            <p:ph sz="quarter" idx="14" hasCustomPrompt="1"/>
          </p:nvPr>
        </p:nvSpPr>
        <p:spPr>
          <a:xfrm>
            <a:off x="5087938" y="2751138"/>
            <a:ext cx="6732587" cy="30575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 smtClean="0"/>
              <a:t>Objekt</a:t>
            </a:r>
            <a:endParaRPr lang="en-US" dirty="0"/>
          </a:p>
        </p:txBody>
      </p:sp>
      <p:sp>
        <p:nvSpPr>
          <p:cNvPr id="13" name="Zástupný objekt pre obsah 5"/>
          <p:cNvSpPr>
            <a:spLocks noGrp="1"/>
          </p:cNvSpPr>
          <p:nvPr>
            <p:ph sz="quarter" idx="15" hasCustomPrompt="1"/>
          </p:nvPr>
        </p:nvSpPr>
        <p:spPr>
          <a:xfrm>
            <a:off x="5087937" y="427766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 smtClean="0"/>
              <a:t>Objekt</a:t>
            </a:r>
            <a:endParaRPr lang="en-US" dirty="0"/>
          </a:p>
        </p:txBody>
      </p:sp>
      <p:sp>
        <p:nvSpPr>
          <p:cNvPr id="14" name="Zástupný objekt pre obsah 5"/>
          <p:cNvSpPr>
            <a:spLocks noGrp="1"/>
          </p:cNvSpPr>
          <p:nvPr>
            <p:ph sz="quarter" idx="16" hasCustomPrompt="1"/>
          </p:nvPr>
        </p:nvSpPr>
        <p:spPr>
          <a:xfrm>
            <a:off x="8529732" y="427765"/>
            <a:ext cx="3290793" cy="218592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002D72"/>
                </a:solidFill>
              </a:defRPr>
            </a:lvl1pPr>
          </a:lstStyle>
          <a:p>
            <a:pPr lvl="0"/>
            <a:r>
              <a:rPr lang="sk-SK" dirty="0" smtClean="0"/>
              <a:t>Objekt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29337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 userDrawn="1">
          <p15:clr>
            <a:srgbClr val="FBAE40"/>
          </p15:clr>
        </p15:guide>
        <p15:guide id="4" pos="3205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Rozloženie obsah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ĺžnik 9"/>
          <p:cNvSpPr/>
          <p:nvPr userDrawn="1"/>
        </p:nvSpPr>
        <p:spPr>
          <a:xfrm>
            <a:off x="1" y="6216073"/>
            <a:ext cx="12192000" cy="6419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Obrázok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0838" y="6247567"/>
            <a:ext cx="1690667" cy="560465"/>
          </a:xfrm>
          <a:prstGeom prst="rect">
            <a:avLst/>
          </a:prstGeom>
        </p:spPr>
      </p:pic>
      <p:sp>
        <p:nvSpPr>
          <p:cNvPr id="9" name="Zástupný objekt pre číslo snímky 8"/>
          <p:cNvSpPr>
            <a:spLocks noGrp="1"/>
          </p:cNvSpPr>
          <p:nvPr>
            <p:ph type="sldNum" sz="quarter" idx="12"/>
          </p:nvPr>
        </p:nvSpPr>
        <p:spPr>
          <a:xfrm>
            <a:off x="385616" y="6360024"/>
            <a:ext cx="2743200" cy="365125"/>
          </a:xfrm>
        </p:spPr>
        <p:txBody>
          <a:bodyPr/>
          <a:lstStyle>
            <a:lvl1pPr algn="l">
              <a:defRPr sz="11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1A784D-4928-4D1C-9696-D92BC1EDB40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Nadpis 1"/>
          <p:cNvSpPr>
            <a:spLocks noGrp="1"/>
          </p:cNvSpPr>
          <p:nvPr>
            <p:ph type="title" hasCustomPrompt="1"/>
          </p:nvPr>
        </p:nvSpPr>
        <p:spPr>
          <a:xfrm>
            <a:off x="371475" y="4934108"/>
            <a:ext cx="11449050" cy="902627"/>
          </a:xfrm>
        </p:spPr>
        <p:txBody>
          <a:bodyPr anchor="t">
            <a:noAutofit/>
          </a:bodyPr>
          <a:lstStyle>
            <a:lvl1pPr>
              <a:defRPr sz="3600" baseline="0">
                <a:solidFill>
                  <a:srgbClr val="002D7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sk-SK" dirty="0" smtClean="0"/>
              <a:t>Nadpis prezentačného snímku</a:t>
            </a:r>
            <a:endParaRPr lang="en-US" dirty="0"/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 hasCustomPrompt="1"/>
          </p:nvPr>
        </p:nvSpPr>
        <p:spPr>
          <a:xfrm>
            <a:off x="371475" y="4246563"/>
            <a:ext cx="11449050" cy="682625"/>
          </a:xfrm>
        </p:spPr>
        <p:txBody>
          <a:bodyPr anchor="b">
            <a:normAutofit/>
          </a:bodyPr>
          <a:lstStyle>
            <a:lvl1pPr marL="0" indent="0">
              <a:buNone/>
              <a:defRPr sz="2000" baseline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sk-SK" dirty="0" smtClean="0"/>
              <a:t>Kliknite sem a zadajte 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55583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4156">
          <p15:clr>
            <a:srgbClr val="FBAE40"/>
          </p15:clr>
        </p15:guide>
        <p15:guide id="2" pos="234">
          <p15:clr>
            <a:srgbClr val="FBAE40"/>
          </p15:clr>
        </p15:guide>
        <p15:guide id="3" pos="7446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 dirty="0" smtClean="0"/>
              <a:t>Upravte štýly predlohy textu</a:t>
            </a:r>
            <a:endParaRPr lang="en-US" dirty="0"/>
          </a:p>
        </p:txBody>
      </p:sp>
      <p:sp>
        <p:nvSpPr>
          <p:cNvPr id="3" name="Zástupný objekt pre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 smtClean="0"/>
              <a:t>Upraviť štýly predlohy textu</a:t>
            </a:r>
          </a:p>
          <a:p>
            <a:pPr lvl="1"/>
            <a:r>
              <a:rPr lang="sk-SK" smtClean="0"/>
              <a:t>Druhá úroveň</a:t>
            </a:r>
          </a:p>
          <a:p>
            <a:pPr lvl="2"/>
            <a:r>
              <a:rPr lang="sk-SK" smtClean="0"/>
              <a:t>Tretia úroveň</a:t>
            </a:r>
          </a:p>
          <a:p>
            <a:pPr lvl="3"/>
            <a:r>
              <a:rPr lang="sk-SK" smtClean="0"/>
              <a:t>Štvrtá úroveň</a:t>
            </a:r>
          </a:p>
          <a:p>
            <a:pPr lvl="4"/>
            <a:r>
              <a:rPr lang="sk-SK" smtClean="0"/>
              <a:t>Piata úroveň</a:t>
            </a:r>
            <a:endParaRPr lang="en-US"/>
          </a:p>
        </p:txBody>
      </p:sp>
      <p:sp>
        <p:nvSpPr>
          <p:cNvPr id="4" name="Zástupný objekt pre dá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Zástupný objekt pre pät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1A784D-4928-4D1C-9696-D92BC1EDB4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870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64" r:id="rId3"/>
    <p:sldLayoutId id="2147483671" r:id="rId4"/>
    <p:sldLayoutId id="2147483666" r:id="rId5"/>
    <p:sldLayoutId id="2147483669" r:id="rId6"/>
    <p:sldLayoutId id="2147483672" r:id="rId7"/>
    <p:sldLayoutId id="2147483667" r:id="rId8"/>
    <p:sldLayoutId id="2147483668" r:id="rId9"/>
    <p:sldLayoutId id="2147483670" r:id="rId10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B8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ta"/>
          <p:cNvSpPr txBox="1"/>
          <p:nvPr/>
        </p:nvSpPr>
        <p:spPr>
          <a:xfrm>
            <a:off x="300038" y="6012850"/>
            <a:ext cx="730928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k-SK" sz="1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Meno a priezvisko</a:t>
            </a:r>
          </a:p>
          <a:p>
            <a:r>
              <a:rPr lang="sk-SK" sz="10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Dátum</a:t>
            </a:r>
            <a:endParaRPr lang="en-US" sz="1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Nadpis 1"/>
          <p:cNvSpPr>
            <a:spLocks noGrp="1"/>
          </p:cNvSpPr>
          <p:nvPr>
            <p:ph type="ctrTitle" idx="4294967295"/>
          </p:nvPr>
        </p:nvSpPr>
        <p:spPr>
          <a:xfrm>
            <a:off x="300037" y="531233"/>
            <a:ext cx="11473353" cy="1694731"/>
          </a:xfrm>
        </p:spPr>
        <p:txBody>
          <a:bodyPr>
            <a:normAutofit/>
          </a:bodyPr>
          <a:lstStyle/>
          <a:p>
            <a:pPr algn="l"/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Podnadpis 7"/>
          <p:cNvSpPr>
            <a:spLocks noGrp="1"/>
          </p:cNvSpPr>
          <p:nvPr>
            <p:ph type="subTitle" idx="4294967295"/>
          </p:nvPr>
        </p:nvSpPr>
        <p:spPr>
          <a:xfrm>
            <a:off x="294956" y="2225964"/>
            <a:ext cx="11478433" cy="82468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0446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ástupný objekt pre obrázok 4"/>
          <p:cNvSpPr>
            <a:spLocks noGrp="1"/>
          </p:cNvSpPr>
          <p:nvPr>
            <p:ph type="pic" idx="1"/>
          </p:nvPr>
        </p:nvSpPr>
        <p:spPr>
          <a:xfrm>
            <a:off x="1" y="0"/>
            <a:ext cx="12191999" cy="6223000"/>
          </a:xfrm>
        </p:spPr>
      </p:sp>
      <p:sp>
        <p:nvSpPr>
          <p:cNvPr id="4" name="Nadpis 3"/>
          <p:cNvSpPr>
            <a:spLocks noGrp="1"/>
          </p:cNvSpPr>
          <p:nvPr>
            <p:ph type="title"/>
          </p:nvPr>
        </p:nvSpPr>
        <p:spPr>
          <a:xfrm>
            <a:off x="385616" y="373834"/>
            <a:ext cx="10430022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Zástupný objekt pre číslo snímky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689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1028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objekt pre text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Zástupný objekt pre text 5"/>
          <p:cNvSpPr>
            <a:spLocks noGrp="1"/>
          </p:cNvSpPr>
          <p:nvPr>
            <p:ph type="body" sz="quarter" idx="14"/>
          </p:nvPr>
        </p:nvSpPr>
        <p:spPr>
          <a:xfrm>
            <a:off x="6262339" y="1381125"/>
            <a:ext cx="5514975" cy="44467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5841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9" name="Nadpis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Zástupný objekt pre text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600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Nadpis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objekt pre text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objekt pre obsah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Zástupný objekt pre obsah 10"/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Zástupný objekt pre obsah 11"/>
          <p:cNvSpPr>
            <a:spLocks noGrp="1"/>
          </p:cNvSpPr>
          <p:nvPr>
            <p:ph sz="quarter" idx="16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908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Nadpis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0520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číslo snímky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A784D-4928-4D1C-9696-D92BC1EDB40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0" name="Nadpis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Zástupný objekt pre text 10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7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ív balíka Office">
  <a:themeElements>
    <a:clrScheme name="Vlastné 1">
      <a:dk1>
        <a:srgbClr val="002D72"/>
      </a:dk1>
      <a:lt1>
        <a:sysClr val="window" lastClr="FFFFFF"/>
      </a:lt1>
      <a:dk2>
        <a:srgbClr val="002D72"/>
      </a:dk2>
      <a:lt2>
        <a:srgbClr val="E7E6E6"/>
      </a:lt2>
      <a:accent1>
        <a:srgbClr val="002D72"/>
      </a:accent1>
      <a:accent2>
        <a:srgbClr val="A1A5C8"/>
      </a:accent2>
      <a:accent3>
        <a:srgbClr val="3E5698"/>
      </a:accent3>
      <a:accent4>
        <a:srgbClr val="6CACE4"/>
      </a:accent4>
      <a:accent5>
        <a:srgbClr val="A9C9EB"/>
      </a:accent5>
      <a:accent6>
        <a:srgbClr val="AEABAB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ív balíka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779</TotalTime>
  <Words>11</Words>
  <Application>Microsoft Office PowerPoint</Application>
  <PresentationFormat>Širokouhlá</PresentationFormat>
  <Paragraphs>9</Paragraphs>
  <Slides>8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Motív balíka Office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  <vt:lpstr>Prezentácia programu PowerPoint</vt:lpstr>
    </vt:vector>
  </TitlesOfParts>
  <Company>ATC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XI</dc:creator>
  <cp:lastModifiedBy>UNIZA</cp:lastModifiedBy>
  <cp:revision>59</cp:revision>
  <dcterms:created xsi:type="dcterms:W3CDTF">2021-04-12T06:48:28Z</dcterms:created>
  <dcterms:modified xsi:type="dcterms:W3CDTF">2021-06-23T11:18:31Z</dcterms:modified>
</cp:coreProperties>
</file>